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4" r:id="rId7"/>
    <p:sldId id="262" r:id="rId8"/>
    <p:sldId id="2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bar"/>
        <c:grouping val="clustered"/>
        <c:varyColors val="0"/>
        <c:ser>
          <c:idx val="0"/>
          <c:order val="0"/>
          <c:tx>
            <c:v>Mean quiz score</c:v>
          </c:tx>
          <c:spPr>
            <a:solidFill>
              <a:srgbClr val="A60042"/>
            </a:solidFill>
            <a:ln w="0">
              <a:noFill/>
            </a:ln>
          </c:spPr>
          <c:invertIfNegative val="0"/>
          <c:dPt>
            <c:idx val="0"/>
            <c:invertIfNegative val="0"/>
            <c:bubble3D val="0"/>
            <c:spPr>
              <a:solidFill>
                <a:srgbClr val="BAAAB4"/>
              </a:solidFill>
            </c:spPr>
            <c:extLst>
              <c:ext xmlns:c16="http://schemas.microsoft.com/office/drawing/2014/chart" uri="{C3380CC4-5D6E-409C-BE32-E72D297353CC}">
                <c16:uniqueId val="{00000001-2F37-4590-A4DB-CAC1EA2A1DD1}"/>
              </c:ext>
            </c:extLst>
          </c:dPt>
          <c:dPt>
            <c:idx val="1"/>
            <c:invertIfNegative val="0"/>
            <c:bubble3D val="0"/>
            <c:spPr>
              <a:solidFill>
                <a:srgbClr val="BAAAB4"/>
              </a:solidFill>
            </c:spPr>
            <c:extLst>
              <c:ext xmlns:c16="http://schemas.microsoft.com/office/drawing/2014/chart" uri="{C3380CC4-5D6E-409C-BE32-E72D297353CC}">
                <c16:uniqueId val="{00000003-2F37-4590-A4DB-CAC1EA2A1DD1}"/>
              </c:ext>
            </c:extLst>
          </c:dPt>
          <c:dPt>
            <c:idx val="2"/>
            <c:invertIfNegative val="0"/>
            <c:bubble3D val="0"/>
            <c:spPr>
              <a:solidFill>
                <a:srgbClr val="BAAAB4"/>
              </a:solidFill>
            </c:spPr>
            <c:extLst>
              <c:ext xmlns:c16="http://schemas.microsoft.com/office/drawing/2014/chart" uri="{C3380CC4-5D6E-409C-BE32-E72D297353CC}">
                <c16:uniqueId val="{00000005-2F37-4590-A4DB-CAC1EA2A1DD1}"/>
              </c:ext>
            </c:extLst>
          </c:dPt>
          <c:dLbls>
            <c:numFmt formatCode="0%" sourceLinked="0"/>
            <c:spPr>
              <a:noFill/>
              <a:ln>
                <a:noFill/>
              </a:ln>
              <a:effectLst/>
            </c:spPr>
            <c:txPr>
              <a:bodyPr anchorCtr="1"/>
              <a:lstStyle/>
              <a:p>
                <a:pPr>
                  <a:defRPr sz="1650" b="1">
                    <a:solidFill>
                      <a:srgbClr val="271C25"/>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AI delegation</c:v>
              </c:pt>
              <c:pt idx="1">
                <c:v>Progressive reliance</c:v>
              </c:pt>
              <c:pt idx="2">
                <c:v>AI debugging</c:v>
              </c:pt>
              <c:pt idx="3">
                <c:v>Conceptual inquiry</c:v>
              </c:pt>
              <c:pt idx="4">
                <c:v>Code + explanation</c:v>
              </c:pt>
              <c:pt idx="5">
                <c:v>Generation then
comprehension</c:v>
              </c:pt>
            </c:strLit>
          </c:cat>
          <c:val>
            <c:numLit>
              <c:formatCode>0%</c:formatCode>
              <c:ptCount val="6"/>
              <c:pt idx="0">
                <c:v>0.39</c:v>
              </c:pt>
              <c:pt idx="1">
                <c:v>0.35</c:v>
              </c:pt>
              <c:pt idx="2">
                <c:v>0.24</c:v>
              </c:pt>
              <c:pt idx="3">
                <c:v>0.65</c:v>
              </c:pt>
              <c:pt idx="4">
                <c:v>0.68</c:v>
              </c:pt>
              <c:pt idx="5">
                <c:v>0.86</c:v>
              </c:pt>
            </c:numLit>
          </c:val>
          <c:extLst>
            <c:ext xmlns:c16="http://schemas.microsoft.com/office/drawing/2014/chart" uri="{C3380CC4-5D6E-409C-BE32-E72D297353CC}">
              <c16:uniqueId val="{00000006-2F37-4590-A4DB-CAC1EA2A1DD1}"/>
            </c:ext>
          </c:extLst>
        </c:ser>
        <c:dLbls>
          <c:dLblPos val="outEnd"/>
          <c:showLegendKey val="0"/>
          <c:showVal val="1"/>
          <c:showCatName val="0"/>
          <c:showSerName val="0"/>
          <c:showPercent val="0"/>
          <c:showBubbleSize val="0"/>
        </c:dLbls>
        <c:gapWidth val="72"/>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500">
                <a:solidFill>
                  <a:srgbClr val="271C25"/>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1"/>
          <c:min val="0"/>
        </c:scaling>
        <c:delete val="1"/>
        <c:axPos val="b"/>
        <c:numFmt formatCode="0%" sourceLinked="1"/>
        <c:majorTickMark val="none"/>
        <c:minorTickMark val="none"/>
        <c:tickLblPos val="nextTo"/>
        <c:crossAx val="48650112"/>
        <c:crosses val="autoZero"/>
        <c:crossBetween val="between"/>
      </c:valAx>
      <c:spPr>
        <a:noFill/>
        <a:ln w="0">
          <a:noFill/>
        </a:ln>
      </c:spPr>
    </c:plotArea>
    <c:plotVisOnly val="1"/>
    <c:dispBlanksAs val="zero"/>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Science-Bot helps researchers turn an unclear research idea into a reviewable experimental design. The scientific aim is to preserve researcher agency and understanding while using AI assistance.</a:t>
            </a:r>
          </a:p>
          <a:p>
            <a:r>
              <a:t>Visual: AI-generated abstract decorative artwork. It does not depict a real apparatus.</a:t>
            </a:r>
          </a:p>
          <a:p>
            <a:endParaRPr/>
          </a:p>
          <a:p>
            <a:r>
              <a:t>Sources:</a:t>
            </a:r>
          </a:p>
          <a:p>
            <a:endParaRPr/>
          </a:p>
          <a:p>
            <a:r>
              <a:t>Source: supplied PPT-Science-Bot.pptx, project presentation outline and research proposition.</a:t>
            </a:r>
          </a:p>
          <a:p>
            <a:endParaRPr/>
          </a:p>
          <a:p>
            <a:r>
              <a:t>Supplied project introduction, Word document in the PPT folder, dated 30 October 2026. Describes intended users, the supervised local prototype, expected value and limitations.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randomized study contains 52 participants, 26 per condition. The paper reports a lower learning evaluation score with AI assistance, Cohen’s d=0.738, p=0.010, and no statistically significant acceleration in task time, p=0.391.</a:t>
            </a:r>
          </a:p>
          <a:p>
            <a:r>
              <a:t>The editable chart reproduces Figure 11 subgroup mean quiz scores: AI Delegation 39% (n=4), Progressive AI Reliance 35% (n=4), Iterative AI Debugging 24% (n=4), Conceptual Inquiry 65% (n=7), Hybrid Code-Explanation 68% (n=3), Generation-Then-Comprehension 86% (n=2). These are small behavior clusters from qualitative analysis, not randomized assignments to strategies. Avoid extrapolating to long-term scientific skill or claiming a validated product learning benefit.</a:t>
            </a:r>
          </a:p>
          <a:p>
            <a:endParaRPr/>
          </a:p>
          <a:p>
            <a:r>
              <a:t>Sources:</a:t>
            </a:r>
          </a:p>
          <a:p>
            <a:endParaRPr/>
          </a:p>
          <a:p>
            <a:r>
              <a:t>Supplied PDF: How AI Impacts Skill Formation, Judy Hanwen Shen and Alex Tamkin, February 2026, arXiv:2601.20245v2. https://arxiv.org/abs/2601.20245</a:t>
            </a:r>
          </a:p>
          <a:p>
            <a:endParaRPr/>
          </a:p>
          <a:p>
            <a:r>
              <a:t>Source: supplied PPT-Science-Bot.pptx, project presentation outline and research proposition.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Science-Bot focuses on research decisions and human review. Researchers need to explain the reasoning behind a design and anticipate what its results can establish. Lower communication cost and stronger understanding are expected benefits, not measured outcomes in the supplied materials.</a:t>
            </a:r>
          </a:p>
          <a:p>
            <a:endParaRPr/>
          </a:p>
          <a:p>
            <a:r>
              <a:t>Sources:</a:t>
            </a:r>
          </a:p>
          <a:p>
            <a:endParaRPr/>
          </a:p>
          <a:p>
            <a:r>
              <a:t>Source: supplied PPT-Science-Bot.pptx, project presentation outline and research proposition.</a:t>
            </a:r>
          </a:p>
          <a:p>
            <a:endParaRPr/>
          </a:p>
          <a:p>
            <a:r>
              <a:t>Supplied project introduction, Word document in the PPT folder, dated 30 October 2026. Describes intended users, the supervised local prototype, expected value and limitations.</a:t>
            </a:r>
          </a:p>
          <a:p>
            <a:endParaRPr/>
          </a:p>
          <a:p>
            <a:r>
              <a:t>Supplied PDF: How AI Impacts Skill Formation, Judy Hanwen Shen and Alex Tamkin, February 2026, arXiv:2601.20245v2. https://arxiv.org/abs/2601.20245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product can show an early draft with unresolved questions. Final approval requires clear boundaries and review. The default question policy uses rules, while learned policies remain experimental. The project does not fine-tune the underlying LLM. LangGraph orchestrates state, while the host Harness owns checks and permissions.</a:t>
            </a:r>
          </a:p>
          <a:p>
            <a:endParaRPr/>
          </a:p>
          <a:p>
            <a:r>
              <a:t>Sources:</a:t>
            </a:r>
          </a:p>
          <a:p>
            <a:endParaRPr/>
          </a:p>
          <a:p>
            <a:r>
              <a:t>Source: supplied PPT-Science-Bot.pptx, project presentation outline and research proposition.</a:t>
            </a:r>
          </a:p>
          <a:p>
            <a:endParaRPr/>
          </a:p>
          <a:p>
            <a:r>
              <a:t>Supplied project introduction, Word document in the PPT folder, dated 30 October 2026. Describes intended users, the supervised local prototype, expected value and limitations.</a:t>
            </a:r>
          </a:p>
          <a:p>
            <a:endParaRPr/>
          </a:p>
          <a:p>
            <a:r>
              <a:t>Current project README and planning implementation, as established in the project work preceding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Trustworthiness is a product aspiration rather than a measured superiority claim. The initial request leaves important decisions open. The supplied sample subsequently records the independent-unit definition, primary metric, pilot rationale and acceptance rules. There is no independent competitor benchmark.</a:t>
            </a:r>
          </a:p>
          <a:p>
            <a:r>
              <a:t>The sample is a fallback/template plan with declarations complete and methods pending human review. It has selected zero paper fragments. It does not prove scientific correctness, successful model execution or human learning improvement. Its design family is CRD, not a paired experiment.</a:t>
            </a:r>
          </a:p>
          <a:p>
            <a:endParaRPr/>
          </a:p>
          <a:p>
            <a:r>
              <a:t>Sources:</a:t>
            </a:r>
          </a:p>
          <a:p>
            <a:endParaRPr/>
          </a:p>
          <a:p>
            <a:r>
              <a:t>Supplied science-bot-plan-sample.md, revision 22. A synthetic planning example, declarations complete, methods pending human review, no experiments executed.</a:t>
            </a:r>
          </a:p>
          <a:p>
            <a:endParaRPr/>
          </a:p>
          <a:p>
            <a:r>
              <a:t>Source: supplied PPT-Science-Bot.pptx, project presentation outline and research proposition.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EB789-F104-2366-4AED-05BABFAAB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84B8F8-311D-8924-FCCA-C2723445A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3EBF7D-D575-7353-5770-D81CA892A7C8}"/>
              </a:ext>
            </a:extLst>
          </p:cNvPr>
          <p:cNvSpPr>
            <a:spLocks noGrp="1"/>
          </p:cNvSpPr>
          <p:nvPr>
            <p:ph type="body" idx="1"/>
          </p:nvPr>
        </p:nvSpPr>
        <p:spPr/>
        <p:txBody>
          <a:bodyPr/>
          <a:lstStyle/>
          <a:p>
            <a:r>
              <a:t>The displayed interface is an AI-assisted English translation of the supplied Chinese screenshot. It preserves the original layout and uses the same planning example. This is a translation illustration, not a claim that the application already offers an English localization.</a:t>
            </a:r>
          </a:p>
          <a:p>
            <a:r>
              <a:t>Usage: describe a goal and limit, select or revise relevant choices, review the plan and unknowns, explicitly choose evidence to share with the model, and export the plan. Actual scientific execution needs separate authorization.</a:t>
            </a:r>
          </a:p>
          <a:p>
            <a:endParaRPr/>
          </a:p>
          <a:p>
            <a:r>
              <a:t>Sources:</a:t>
            </a:r>
          </a:p>
          <a:p>
            <a:endParaRPr/>
          </a:p>
          <a:p>
            <a:r>
              <a:t>Source: supplied PPT-Science-Bot.pptx, project presentation outline and research proposition.</a:t>
            </a:r>
          </a:p>
          <a:p>
            <a:endParaRPr/>
          </a:p>
          <a:p>
            <a:r>
              <a:t>Source image: image1.png embedded in the supplied source PPTX, slide 6.</a:t>
            </a:r>
          </a:p>
          <a:p>
            <a:endParaRPr/>
          </a:p>
          <a:p>
            <a:r>
              <a:t>Supplied project introduction, Word document in the PPT folder, dated 30 October 2026. Describes intended users, the supervised local prototype, expected value and limitations.</a:t>
            </a:r>
          </a:p>
        </p:txBody>
      </p:sp>
      <p:sp>
        <p:nvSpPr>
          <p:cNvPr id="4" name="Slide Number Placeholder 3">
            <a:extLst>
              <a:ext uri="{FF2B5EF4-FFF2-40B4-BE49-F238E27FC236}">
                <a16:creationId xmlns:a16="http://schemas.microsoft.com/office/drawing/2014/main" id="{FD5F6F98-310A-C548-9C70-72B65780C3E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75984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an invitation to explore the repository and discuss a pilot with research groups or academic partners. The supplied materials support a supervised local prototype, not commercial traction, revenue, a market-size claim or validated learning gains. The pilot priorities are proposed evaluation outcomes.</a:t>
            </a:r>
          </a:p>
          <a:p>
            <a:endParaRPr/>
          </a:p>
          <a:p>
            <a:r>
              <a:t>Sources:</a:t>
            </a:r>
          </a:p>
          <a:p>
            <a:endParaRPr/>
          </a:p>
          <a:p>
            <a:r>
              <a:t>Source: supplied PPT-Science-Bot.pptx, project presentation outline and research proposition.</a:t>
            </a:r>
          </a:p>
          <a:p>
            <a:endParaRPr/>
          </a:p>
          <a:p>
            <a:r>
              <a:t>Supplied project introduction, Word document in the PPT folder, dated 30 October 2026. Describes intended users, the supervised local prototype, expected value and limitations.</a:t>
            </a:r>
          </a:p>
          <a:p>
            <a:endParaRPr/>
          </a:p>
          <a:p>
            <a:r>
              <a:t>Project repository: https://github.com/Luo-1020-qc/Science-Bot-AI4S-LRS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Science-Bot supports research planning while researchers retain scientific judgment and responsibility. Visual: AI-generated abstract decorative artwork, not a real apparatus.</a:t>
            </a:r>
          </a:p>
          <a:p>
            <a:endParaRPr/>
          </a:p>
          <a:p>
            <a:r>
              <a:t>Sources:</a:t>
            </a:r>
          </a:p>
          <a:p>
            <a:endParaRPr/>
          </a:p>
          <a:p>
            <a:r>
              <a:t>Source: supplied PPT-Science-Bot.pptx, project presentation outline and research proposition.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F4D2645-DB96-4492-A43C-8B89615C5E8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0BB1421-948A-434A-BAC6-5C553B135FE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A5546E2-3BFC-48F0-8279-B3A6E4E7900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8EE72E3-414B-42B8-BD4C-CA8680B15B4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020E87F8-BED1-470D-BC3C-D5208164F56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BECAAA7-9E38-4188-9D6D-A999CDBF0E6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256F048D-9380-4F47-9A14-4B7F9B92DB3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6227801-D9DC-4D10-9989-0C4D662A835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F60FB46-94CB-437F-8A4D-286AB62561B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FA14A7C3-3BD3-4C84-9D86-EEBFB324FA5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0D17"/>
        </a:solidFill>
        <a:effectLst/>
      </p:bgPr>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1CE33272-F453-4B93-B708-3863BA61849B}"/>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text-1">
            <a:extLst>
              <a:ext uri="{FF2B5EF4-FFF2-40B4-BE49-F238E27FC236}">
                <a16:creationId xmlns:a16="http://schemas.microsoft.com/office/drawing/2014/main" id="{4F15A3FC-DA2B-410F-99BF-C855AEB03E84}"/>
              </a:ext>
            </a:extLst>
          </p:cNvPr>
          <p:cNvSpPr>
            <a:spLocks noGrp="1"/>
          </p:cNvSpPr>
          <p:nvPr/>
        </p:nvSpPr>
        <p:spPr>
          <a:xfrm>
            <a:off x="704850" y="685800"/>
            <a:ext cx="4191000" cy="323850"/>
          </a:xfrm>
          <a:prstGeom prst="rect">
            <a:avLst/>
          </a:prstGeom>
          <a:noFill/>
          <a:ln w="0">
            <a:noFill/>
          </a:ln>
        </p:spPr>
        <p:txBody>
          <a:bodyPr wrap="square" lIns="0" tIns="0" rIns="0" bIns="0" anchor="t">
            <a:noAutofit/>
          </a:bodyPr>
          <a:lstStyle>
            <a:defPPr algn="l">
              <a:defRPr sz="1650" b="1">
                <a:solidFill>
                  <a:srgbClr val="EEDDE6"/>
                </a:solidFill>
                <a:latin typeface="Consolas"/>
                <a:ea typeface="Consolas"/>
                <a:cs typeface="Consolas"/>
              </a:defRPr>
            </a:defPPr>
            <a:lvl1pPr algn="l">
              <a:defRPr sz="1650" b="1">
                <a:solidFill>
                  <a:srgbClr val="EEDDE6"/>
                </a:solidFill>
                <a:latin typeface="Consolas"/>
                <a:ea typeface="Consolas"/>
                <a:cs typeface="Consolas"/>
              </a:defRPr>
            </a:lvl1pPr>
            <a:lvl2pPr algn="l">
              <a:defRPr sz="1650" b="1">
                <a:solidFill>
                  <a:srgbClr val="EEDDE6"/>
                </a:solidFill>
                <a:latin typeface="Consolas"/>
                <a:ea typeface="Consolas"/>
                <a:cs typeface="Consolas"/>
              </a:defRPr>
            </a:lvl2pPr>
            <a:lvl3pPr algn="l">
              <a:defRPr sz="1650" b="1">
                <a:solidFill>
                  <a:srgbClr val="EEDDE6"/>
                </a:solidFill>
                <a:latin typeface="Consolas"/>
                <a:ea typeface="Consolas"/>
                <a:cs typeface="Consolas"/>
              </a:defRPr>
            </a:lvl3pPr>
            <a:lvl4pPr algn="l">
              <a:defRPr sz="1650" b="1">
                <a:solidFill>
                  <a:srgbClr val="EEDDE6"/>
                </a:solidFill>
                <a:latin typeface="Consolas"/>
                <a:ea typeface="Consolas"/>
                <a:cs typeface="Consolas"/>
              </a:defRPr>
            </a:lvl4pPr>
            <a:lvl5pPr algn="l">
              <a:defRPr sz="1650" b="1">
                <a:solidFill>
                  <a:srgbClr val="EEDDE6"/>
                </a:solidFill>
                <a:latin typeface="Consolas"/>
                <a:ea typeface="Consolas"/>
                <a:cs typeface="Consolas"/>
              </a:defRPr>
            </a:lvl5pPr>
            <a:lvl6pPr algn="l">
              <a:defRPr sz="1650" b="1">
                <a:solidFill>
                  <a:srgbClr val="EEDDE6"/>
                </a:solidFill>
                <a:latin typeface="Consolas"/>
                <a:ea typeface="Consolas"/>
                <a:cs typeface="Consolas"/>
              </a:defRPr>
            </a:lvl6pPr>
            <a:lvl7pPr algn="l">
              <a:defRPr sz="1650" b="1">
                <a:solidFill>
                  <a:srgbClr val="EEDDE6"/>
                </a:solidFill>
                <a:latin typeface="Consolas"/>
                <a:ea typeface="Consolas"/>
                <a:cs typeface="Consolas"/>
              </a:defRPr>
            </a:lvl7pPr>
            <a:lvl8pPr algn="l">
              <a:defRPr sz="1650" b="1">
                <a:solidFill>
                  <a:srgbClr val="EEDDE6"/>
                </a:solidFill>
                <a:latin typeface="Consolas"/>
                <a:ea typeface="Consolas"/>
                <a:cs typeface="Consolas"/>
              </a:defRPr>
            </a:lvl8pPr>
            <a:lvl9pPr algn="l">
              <a:defRPr sz="1650" b="1">
                <a:solidFill>
                  <a:srgbClr val="EEDDE6"/>
                </a:solidFill>
                <a:latin typeface="Consolas"/>
                <a:ea typeface="Consolas"/>
                <a:cs typeface="Consolas"/>
              </a:defRPr>
            </a:lvl9pPr>
          </a:lstStyle>
          <a:p>
            <a:pPr algn="l">
              <a:defRPr sz="1650" b="1">
                <a:solidFill>
                  <a:srgbClr val="EEDDE6"/>
                </a:solidFill>
                <a:latin typeface="Consolas"/>
                <a:ea typeface="Consolas"/>
                <a:cs typeface="Consolas"/>
              </a:defRPr>
            </a:pPr>
            <a:r>
              <a:rPr sz="1650" b="1">
                <a:solidFill>
                  <a:srgbClr val="EEDDE6"/>
                </a:solidFill>
                <a:latin typeface="Consolas"/>
                <a:ea typeface="Consolas"/>
                <a:cs typeface="Consolas"/>
              </a:rPr>
              <a:t>AI4S PROJECT</a:t>
            </a:r>
          </a:p>
        </p:txBody>
      </p:sp>
      <p:sp>
        <p:nvSpPr>
          <p:cNvPr id="3" name="cover-title">
            <a:extLst>
              <a:ext uri="{FF2B5EF4-FFF2-40B4-BE49-F238E27FC236}">
                <a16:creationId xmlns:a16="http://schemas.microsoft.com/office/drawing/2014/main" id="{95C38ACA-04AA-49DC-B200-8708B61ABBA2}"/>
              </a:ext>
            </a:extLst>
          </p:cNvPr>
          <p:cNvSpPr>
            <a:spLocks noGrp="1"/>
          </p:cNvSpPr>
          <p:nvPr/>
        </p:nvSpPr>
        <p:spPr>
          <a:xfrm>
            <a:off x="647700" y="2105025"/>
            <a:ext cx="7239000" cy="1133475"/>
          </a:xfrm>
          <a:prstGeom prst="rect">
            <a:avLst/>
          </a:prstGeom>
          <a:noFill/>
          <a:ln w="0">
            <a:noFill/>
          </a:ln>
        </p:spPr>
        <p:txBody>
          <a:bodyPr wrap="square" lIns="0" tIns="0" rIns="0" bIns="0" anchor="t">
            <a:noAutofit/>
          </a:bodyPr>
          <a:lstStyle>
            <a:defPPr algn="l">
              <a:defRPr sz="6525" b="1">
                <a:solidFill>
                  <a:srgbClr val="FFFFFF"/>
                </a:solidFill>
                <a:latin typeface="Consolas"/>
                <a:ea typeface="Consolas"/>
                <a:cs typeface="Consolas"/>
              </a:defRPr>
            </a:defPPr>
            <a:lvl1pPr algn="l">
              <a:defRPr sz="6525" b="1">
                <a:solidFill>
                  <a:srgbClr val="FFFFFF"/>
                </a:solidFill>
                <a:latin typeface="Consolas"/>
                <a:ea typeface="Consolas"/>
                <a:cs typeface="Consolas"/>
              </a:defRPr>
            </a:lvl1pPr>
            <a:lvl2pPr algn="l">
              <a:defRPr sz="6525" b="1">
                <a:solidFill>
                  <a:srgbClr val="FFFFFF"/>
                </a:solidFill>
                <a:latin typeface="Consolas"/>
                <a:ea typeface="Consolas"/>
                <a:cs typeface="Consolas"/>
              </a:defRPr>
            </a:lvl2pPr>
            <a:lvl3pPr algn="l">
              <a:defRPr sz="6525" b="1">
                <a:solidFill>
                  <a:srgbClr val="FFFFFF"/>
                </a:solidFill>
                <a:latin typeface="Consolas"/>
                <a:ea typeface="Consolas"/>
                <a:cs typeface="Consolas"/>
              </a:defRPr>
            </a:lvl3pPr>
            <a:lvl4pPr algn="l">
              <a:defRPr sz="6525" b="1">
                <a:solidFill>
                  <a:srgbClr val="FFFFFF"/>
                </a:solidFill>
                <a:latin typeface="Consolas"/>
                <a:ea typeface="Consolas"/>
                <a:cs typeface="Consolas"/>
              </a:defRPr>
            </a:lvl4pPr>
            <a:lvl5pPr algn="l">
              <a:defRPr sz="6525" b="1">
                <a:solidFill>
                  <a:srgbClr val="FFFFFF"/>
                </a:solidFill>
                <a:latin typeface="Consolas"/>
                <a:ea typeface="Consolas"/>
                <a:cs typeface="Consolas"/>
              </a:defRPr>
            </a:lvl5pPr>
            <a:lvl6pPr algn="l">
              <a:defRPr sz="6525" b="1">
                <a:solidFill>
                  <a:srgbClr val="FFFFFF"/>
                </a:solidFill>
                <a:latin typeface="Consolas"/>
                <a:ea typeface="Consolas"/>
                <a:cs typeface="Consolas"/>
              </a:defRPr>
            </a:lvl6pPr>
            <a:lvl7pPr algn="l">
              <a:defRPr sz="6525" b="1">
                <a:solidFill>
                  <a:srgbClr val="FFFFFF"/>
                </a:solidFill>
                <a:latin typeface="Consolas"/>
                <a:ea typeface="Consolas"/>
                <a:cs typeface="Consolas"/>
              </a:defRPr>
            </a:lvl7pPr>
            <a:lvl8pPr algn="l">
              <a:defRPr sz="6525" b="1">
                <a:solidFill>
                  <a:srgbClr val="FFFFFF"/>
                </a:solidFill>
                <a:latin typeface="Consolas"/>
                <a:ea typeface="Consolas"/>
                <a:cs typeface="Consolas"/>
              </a:defRPr>
            </a:lvl8pPr>
            <a:lvl9pPr algn="l">
              <a:defRPr sz="6525" b="1">
                <a:solidFill>
                  <a:srgbClr val="FFFFFF"/>
                </a:solidFill>
                <a:latin typeface="Consolas"/>
                <a:ea typeface="Consolas"/>
                <a:cs typeface="Consolas"/>
              </a:defRPr>
            </a:lvl9pPr>
          </a:lstStyle>
          <a:p>
            <a:pPr algn="l">
              <a:defRPr sz="6525" b="1">
                <a:solidFill>
                  <a:srgbClr val="FFFFFF"/>
                </a:solidFill>
                <a:latin typeface="Consolas"/>
                <a:ea typeface="Consolas"/>
                <a:cs typeface="Consolas"/>
              </a:defRPr>
            </a:pPr>
            <a:r>
              <a:rPr sz="6525" b="1">
                <a:solidFill>
                  <a:srgbClr val="FFFFFF"/>
                </a:solidFill>
                <a:latin typeface="Consolas"/>
                <a:ea typeface="Consolas"/>
                <a:cs typeface="Consolas"/>
              </a:rPr>
              <a:t>Science-Bot</a:t>
            </a:r>
          </a:p>
        </p:txBody>
      </p:sp>
      <p:sp>
        <p:nvSpPr>
          <p:cNvPr id="4" name="text-2">
            <a:extLst>
              <a:ext uri="{FF2B5EF4-FFF2-40B4-BE49-F238E27FC236}">
                <a16:creationId xmlns:a16="http://schemas.microsoft.com/office/drawing/2014/main" id="{A1AA1140-D8A7-46B2-96C0-0ECD55D2DB27}"/>
              </a:ext>
            </a:extLst>
          </p:cNvPr>
          <p:cNvSpPr>
            <a:spLocks noGrp="1"/>
          </p:cNvSpPr>
          <p:nvPr/>
        </p:nvSpPr>
        <p:spPr>
          <a:xfrm>
            <a:off x="704850" y="3562350"/>
            <a:ext cx="6286500" cy="1028700"/>
          </a:xfrm>
          <a:prstGeom prst="rect">
            <a:avLst/>
          </a:prstGeom>
          <a:noFill/>
          <a:ln w="0">
            <a:noFill/>
          </a:ln>
        </p:spPr>
        <p:txBody>
          <a:bodyPr wrap="square" lIns="0" tIns="0" rIns="0" bIns="0" anchor="t">
            <a:noAutofit/>
          </a:bodyPr>
          <a:lstStyle>
            <a:defPPr algn="l">
              <a:defRPr sz="2625" b="0">
                <a:solidFill>
                  <a:srgbClr val="FFFFFF"/>
                </a:solidFill>
                <a:latin typeface="Arial"/>
                <a:ea typeface="Arial"/>
                <a:cs typeface="Arial"/>
              </a:defRPr>
            </a:defPPr>
            <a:lvl1pPr algn="l">
              <a:defRPr sz="2625" b="0">
                <a:solidFill>
                  <a:srgbClr val="FFFFFF"/>
                </a:solidFill>
                <a:latin typeface="Arial"/>
                <a:ea typeface="Arial"/>
                <a:cs typeface="Arial"/>
              </a:defRPr>
            </a:lvl1pPr>
            <a:lvl2pPr algn="l">
              <a:defRPr sz="2625" b="0">
                <a:solidFill>
                  <a:srgbClr val="FFFFFF"/>
                </a:solidFill>
                <a:latin typeface="Arial"/>
                <a:ea typeface="Arial"/>
                <a:cs typeface="Arial"/>
              </a:defRPr>
            </a:lvl2pPr>
            <a:lvl3pPr algn="l">
              <a:defRPr sz="2625" b="0">
                <a:solidFill>
                  <a:srgbClr val="FFFFFF"/>
                </a:solidFill>
                <a:latin typeface="Arial"/>
                <a:ea typeface="Arial"/>
                <a:cs typeface="Arial"/>
              </a:defRPr>
            </a:lvl3pPr>
            <a:lvl4pPr algn="l">
              <a:defRPr sz="2625" b="0">
                <a:solidFill>
                  <a:srgbClr val="FFFFFF"/>
                </a:solidFill>
                <a:latin typeface="Arial"/>
                <a:ea typeface="Arial"/>
                <a:cs typeface="Arial"/>
              </a:defRPr>
            </a:lvl4pPr>
            <a:lvl5pPr algn="l">
              <a:defRPr sz="2625" b="0">
                <a:solidFill>
                  <a:srgbClr val="FFFFFF"/>
                </a:solidFill>
                <a:latin typeface="Arial"/>
                <a:ea typeface="Arial"/>
                <a:cs typeface="Arial"/>
              </a:defRPr>
            </a:lvl5pPr>
            <a:lvl6pPr algn="l">
              <a:defRPr sz="2625" b="0">
                <a:solidFill>
                  <a:srgbClr val="FFFFFF"/>
                </a:solidFill>
                <a:latin typeface="Arial"/>
                <a:ea typeface="Arial"/>
                <a:cs typeface="Arial"/>
              </a:defRPr>
            </a:lvl6pPr>
            <a:lvl7pPr algn="l">
              <a:defRPr sz="2625" b="0">
                <a:solidFill>
                  <a:srgbClr val="FFFFFF"/>
                </a:solidFill>
                <a:latin typeface="Arial"/>
                <a:ea typeface="Arial"/>
                <a:cs typeface="Arial"/>
              </a:defRPr>
            </a:lvl7pPr>
            <a:lvl8pPr algn="l">
              <a:defRPr sz="2625" b="0">
                <a:solidFill>
                  <a:srgbClr val="FFFFFF"/>
                </a:solidFill>
                <a:latin typeface="Arial"/>
                <a:ea typeface="Arial"/>
                <a:cs typeface="Arial"/>
              </a:defRPr>
            </a:lvl8pPr>
            <a:lvl9pPr algn="l">
              <a:defRPr sz="2625" b="0">
                <a:solidFill>
                  <a:srgbClr val="FFFFFF"/>
                </a:solidFill>
                <a:latin typeface="Arial"/>
                <a:ea typeface="Arial"/>
                <a:cs typeface="Arial"/>
              </a:defRPr>
            </a:lvl9pPr>
          </a:lstStyle>
          <a:p>
            <a:pPr algn="l">
              <a:defRPr sz="2625" b="0">
                <a:solidFill>
                  <a:srgbClr val="FFFFFF"/>
                </a:solidFill>
                <a:latin typeface="Arial"/>
                <a:ea typeface="Arial"/>
                <a:cs typeface="Arial"/>
              </a:defRPr>
            </a:pPr>
            <a:r>
              <a:rPr sz="2625" b="0">
                <a:solidFill>
                  <a:srgbClr val="FFFFFF"/>
                </a:solidFill>
                <a:latin typeface="Arial"/>
                <a:ea typeface="Arial"/>
                <a:cs typeface="Arial"/>
              </a:rPr>
              <a:t>Maintain your scientific research</a:t>
            </a:r>
          </a:p>
          <a:p>
            <a:pPr algn="l">
              <a:defRPr sz="2625" b="0">
                <a:solidFill>
                  <a:srgbClr val="FFFFFF"/>
                </a:solidFill>
                <a:latin typeface="Arial"/>
                <a:ea typeface="Arial"/>
                <a:cs typeface="Arial"/>
              </a:defRPr>
            </a:pPr>
            <a:r>
              <a:rPr sz="2625" b="0">
                <a:solidFill>
                  <a:srgbClr val="FFFFFF"/>
                </a:solidFill>
                <a:latin typeface="Arial"/>
                <a:ea typeface="Arial"/>
                <a:cs typeface="Arial"/>
              </a:rPr>
              <a:t>ability in the age of AI</a:t>
            </a:r>
          </a:p>
        </p:txBody>
      </p:sp>
      <p:sp>
        <p:nvSpPr>
          <p:cNvPr id="5" name="text-3">
            <a:extLst>
              <a:ext uri="{FF2B5EF4-FFF2-40B4-BE49-F238E27FC236}">
                <a16:creationId xmlns:a16="http://schemas.microsoft.com/office/drawing/2014/main" id="{A870CAA1-D74D-4850-B523-A87A9197DF52}"/>
              </a:ext>
            </a:extLst>
          </p:cNvPr>
          <p:cNvSpPr>
            <a:spLocks noGrp="1"/>
          </p:cNvSpPr>
          <p:nvPr/>
        </p:nvSpPr>
        <p:spPr>
          <a:xfrm>
            <a:off x="704850" y="5695950"/>
            <a:ext cx="6286500" cy="361950"/>
          </a:xfrm>
          <a:prstGeom prst="rect">
            <a:avLst/>
          </a:prstGeom>
          <a:noFill/>
          <a:ln w="0">
            <a:noFill/>
          </a:ln>
        </p:spPr>
        <p:txBody>
          <a:bodyPr wrap="square" lIns="0" tIns="0" rIns="0" bIns="0" anchor="t">
            <a:noAutofit/>
          </a:bodyPr>
          <a:lstStyle>
            <a:defPPr algn="l">
              <a:defRPr sz="1725" b="0">
                <a:solidFill>
                  <a:srgbClr val="EEDDE6"/>
                </a:solidFill>
                <a:latin typeface="Arial"/>
                <a:ea typeface="Arial"/>
                <a:cs typeface="Arial"/>
              </a:defRPr>
            </a:defPPr>
            <a:lvl1pPr algn="l">
              <a:defRPr sz="1725" b="0">
                <a:solidFill>
                  <a:srgbClr val="EEDDE6"/>
                </a:solidFill>
                <a:latin typeface="Arial"/>
                <a:ea typeface="Arial"/>
                <a:cs typeface="Arial"/>
              </a:defRPr>
            </a:lvl1pPr>
            <a:lvl2pPr algn="l">
              <a:defRPr sz="1725" b="0">
                <a:solidFill>
                  <a:srgbClr val="EEDDE6"/>
                </a:solidFill>
                <a:latin typeface="Arial"/>
                <a:ea typeface="Arial"/>
                <a:cs typeface="Arial"/>
              </a:defRPr>
            </a:lvl2pPr>
            <a:lvl3pPr algn="l">
              <a:defRPr sz="1725" b="0">
                <a:solidFill>
                  <a:srgbClr val="EEDDE6"/>
                </a:solidFill>
                <a:latin typeface="Arial"/>
                <a:ea typeface="Arial"/>
                <a:cs typeface="Arial"/>
              </a:defRPr>
            </a:lvl3pPr>
            <a:lvl4pPr algn="l">
              <a:defRPr sz="1725" b="0">
                <a:solidFill>
                  <a:srgbClr val="EEDDE6"/>
                </a:solidFill>
                <a:latin typeface="Arial"/>
                <a:ea typeface="Arial"/>
                <a:cs typeface="Arial"/>
              </a:defRPr>
            </a:lvl4pPr>
            <a:lvl5pPr algn="l">
              <a:defRPr sz="1725" b="0">
                <a:solidFill>
                  <a:srgbClr val="EEDDE6"/>
                </a:solidFill>
                <a:latin typeface="Arial"/>
                <a:ea typeface="Arial"/>
                <a:cs typeface="Arial"/>
              </a:defRPr>
            </a:lvl5pPr>
            <a:lvl6pPr algn="l">
              <a:defRPr sz="1725" b="0">
                <a:solidFill>
                  <a:srgbClr val="EEDDE6"/>
                </a:solidFill>
                <a:latin typeface="Arial"/>
                <a:ea typeface="Arial"/>
                <a:cs typeface="Arial"/>
              </a:defRPr>
            </a:lvl6pPr>
            <a:lvl7pPr algn="l">
              <a:defRPr sz="1725" b="0">
                <a:solidFill>
                  <a:srgbClr val="EEDDE6"/>
                </a:solidFill>
                <a:latin typeface="Arial"/>
                <a:ea typeface="Arial"/>
                <a:cs typeface="Arial"/>
              </a:defRPr>
            </a:lvl7pPr>
            <a:lvl8pPr algn="l">
              <a:defRPr sz="1725" b="0">
                <a:solidFill>
                  <a:srgbClr val="EEDDE6"/>
                </a:solidFill>
                <a:latin typeface="Arial"/>
                <a:ea typeface="Arial"/>
                <a:cs typeface="Arial"/>
              </a:defRPr>
            </a:lvl8pPr>
            <a:lvl9pPr algn="l">
              <a:defRPr sz="1725" b="0">
                <a:solidFill>
                  <a:srgbClr val="EEDDE6"/>
                </a:solidFill>
                <a:latin typeface="Arial"/>
                <a:ea typeface="Arial"/>
                <a:cs typeface="Arial"/>
              </a:defRPr>
            </a:lvl9pPr>
          </a:lstStyle>
          <a:p>
            <a:pPr algn="l">
              <a:defRPr sz="1725" b="0">
                <a:solidFill>
                  <a:srgbClr val="EEDDE6"/>
                </a:solidFill>
                <a:latin typeface="Arial"/>
                <a:ea typeface="Arial"/>
                <a:cs typeface="Arial"/>
              </a:defRPr>
            </a:pPr>
            <a:r>
              <a:rPr sz="1725" b="0">
                <a:solidFill>
                  <a:srgbClr val="EEDDE6"/>
                </a:solidFill>
                <a:latin typeface="Arial"/>
                <a:ea typeface="Arial"/>
                <a:cs typeface="Arial"/>
              </a:rPr>
              <a:t>Research planning with human judgment</a:t>
            </a:r>
          </a:p>
        </p:txBody>
      </p:sp>
    </p:spTree>
    <p:extLst>
      <p:ext uri="{BB962C8B-B14F-4D97-AF65-F5344CB8AC3E}">
        <p14:creationId xmlns:p14="http://schemas.microsoft.com/office/powerpoint/2010/main" val="1240769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8FA"/>
        </a:solidFill>
        <a:effectLst/>
      </p:bgPr>
    </p:bg>
    <p:spTree>
      <p:nvGrpSpPr>
        <p:cNvPr id="1" name=""/>
        <p:cNvGrpSpPr/>
        <p:nvPr/>
      </p:nvGrpSpPr>
      <p:grpSpPr>
        <a:xfrm>
          <a:off x="0" y="0"/>
          <a:ext cx="0" cy="0"/>
          <a:chOff x="0" y="0"/>
          <a:chExt cx="0" cy="0"/>
        </a:xfrm>
      </p:grpSpPr>
      <p:sp>
        <p:nvSpPr>
          <p:cNvPr id="11" name="slide-2-title">
            <a:extLst>
              <a:ext uri="{FF2B5EF4-FFF2-40B4-BE49-F238E27FC236}">
                <a16:creationId xmlns:a16="http://schemas.microsoft.com/office/drawing/2014/main" id="{E107DBC2-3F9D-47F2-BB4F-686E6680A9C9}"/>
              </a:ext>
            </a:extLst>
          </p:cNvPr>
          <p:cNvSpPr>
            <a:spLocks noGrp="1"/>
          </p:cNvSpPr>
          <p:nvPr/>
        </p:nvSpPr>
        <p:spPr>
          <a:xfrm>
            <a:off x="685800" y="514350"/>
            <a:ext cx="10820400" cy="1066800"/>
          </a:xfrm>
          <a:prstGeom prst="rect">
            <a:avLst/>
          </a:prstGeom>
          <a:noFill/>
          <a:ln w="0">
            <a:noFill/>
          </a:ln>
        </p:spPr>
        <p:txBody>
          <a:bodyPr wrap="square" lIns="0" tIns="0" rIns="0" bIns="0" anchor="t">
            <a:noAutofit/>
          </a:bodyPr>
          <a:lstStyle>
            <a:defPPr algn="l">
              <a:defRPr sz="3300" b="1">
                <a:solidFill>
                  <a:srgbClr val="271C25"/>
                </a:solidFill>
                <a:latin typeface="Arial"/>
                <a:ea typeface="Arial"/>
                <a:cs typeface="Arial"/>
              </a:defRPr>
            </a:defPPr>
            <a:lvl1pPr algn="l">
              <a:defRPr sz="3300" b="1">
                <a:solidFill>
                  <a:srgbClr val="271C25"/>
                </a:solidFill>
                <a:latin typeface="Arial"/>
                <a:ea typeface="Arial"/>
                <a:cs typeface="Arial"/>
              </a:defRPr>
            </a:lvl1pPr>
            <a:lvl2pPr algn="l">
              <a:defRPr sz="3300" b="1">
                <a:solidFill>
                  <a:srgbClr val="271C25"/>
                </a:solidFill>
                <a:latin typeface="Arial"/>
                <a:ea typeface="Arial"/>
                <a:cs typeface="Arial"/>
              </a:defRPr>
            </a:lvl2pPr>
            <a:lvl3pPr algn="l">
              <a:defRPr sz="3300" b="1">
                <a:solidFill>
                  <a:srgbClr val="271C25"/>
                </a:solidFill>
                <a:latin typeface="Arial"/>
                <a:ea typeface="Arial"/>
                <a:cs typeface="Arial"/>
              </a:defRPr>
            </a:lvl3pPr>
            <a:lvl4pPr algn="l">
              <a:defRPr sz="3300" b="1">
                <a:solidFill>
                  <a:srgbClr val="271C25"/>
                </a:solidFill>
                <a:latin typeface="Arial"/>
                <a:ea typeface="Arial"/>
                <a:cs typeface="Arial"/>
              </a:defRPr>
            </a:lvl4pPr>
            <a:lvl5pPr algn="l">
              <a:defRPr sz="3300" b="1">
                <a:solidFill>
                  <a:srgbClr val="271C25"/>
                </a:solidFill>
                <a:latin typeface="Arial"/>
                <a:ea typeface="Arial"/>
                <a:cs typeface="Arial"/>
              </a:defRPr>
            </a:lvl5pPr>
            <a:lvl6pPr algn="l">
              <a:defRPr sz="3300" b="1">
                <a:solidFill>
                  <a:srgbClr val="271C25"/>
                </a:solidFill>
                <a:latin typeface="Arial"/>
                <a:ea typeface="Arial"/>
                <a:cs typeface="Arial"/>
              </a:defRPr>
            </a:lvl6pPr>
            <a:lvl7pPr algn="l">
              <a:defRPr sz="3300" b="1">
                <a:solidFill>
                  <a:srgbClr val="271C25"/>
                </a:solidFill>
                <a:latin typeface="Arial"/>
                <a:ea typeface="Arial"/>
                <a:cs typeface="Arial"/>
              </a:defRPr>
            </a:lvl7pPr>
            <a:lvl8pPr algn="l">
              <a:defRPr sz="3300" b="1">
                <a:solidFill>
                  <a:srgbClr val="271C25"/>
                </a:solidFill>
                <a:latin typeface="Arial"/>
                <a:ea typeface="Arial"/>
                <a:cs typeface="Arial"/>
              </a:defRPr>
            </a:lvl8pPr>
            <a:lvl9pPr algn="l">
              <a:defRPr sz="3300" b="1">
                <a:solidFill>
                  <a:srgbClr val="271C25"/>
                </a:solidFill>
                <a:latin typeface="Arial"/>
                <a:ea typeface="Arial"/>
                <a:cs typeface="Arial"/>
              </a:defRPr>
            </a:lvl9pPr>
          </a:lstStyle>
          <a:p>
            <a:pPr algn="l">
              <a:defRPr sz="3300" b="1">
                <a:solidFill>
                  <a:srgbClr val="271C25"/>
                </a:solidFill>
                <a:latin typeface="Arial"/>
                <a:ea typeface="Arial"/>
                <a:cs typeface="Arial"/>
              </a:defRPr>
            </a:pPr>
            <a:r>
              <a:rPr sz="3300" b="1">
                <a:solidFill>
                  <a:srgbClr val="271C25"/>
                </a:solidFill>
                <a:latin typeface="Arial"/>
                <a:ea typeface="Arial"/>
                <a:cs typeface="Arial"/>
              </a:rPr>
              <a:t>How does AI affect skill formation?</a:t>
            </a:r>
          </a:p>
        </p:txBody>
      </p:sp>
      <p:sp>
        <p:nvSpPr>
          <p:cNvPr id="2" name="text-4">
            <a:extLst>
              <a:ext uri="{FF2B5EF4-FFF2-40B4-BE49-F238E27FC236}">
                <a16:creationId xmlns:a16="http://schemas.microsoft.com/office/drawing/2014/main" id="{F33A7A0B-15A6-4B91-B455-85072AB04F74}"/>
              </a:ext>
            </a:extLst>
          </p:cNvPr>
          <p:cNvSpPr>
            <a:spLocks noGrp="1"/>
          </p:cNvSpPr>
          <p:nvPr/>
        </p:nvSpPr>
        <p:spPr>
          <a:xfrm>
            <a:off x="11125200" y="6353175"/>
            <a:ext cx="381000" cy="238125"/>
          </a:xfrm>
          <a:prstGeom prst="rect">
            <a:avLst/>
          </a:prstGeom>
          <a:noFill/>
          <a:ln w="0">
            <a:noFill/>
          </a:ln>
        </p:spPr>
        <p:txBody>
          <a:bodyPr wrap="square" lIns="0" tIns="0" rIns="0" bIns="0" anchor="t">
            <a:noAutofit/>
          </a:bodyPr>
          <a:lstStyle>
            <a:defPPr algn="r">
              <a:defRPr sz="1275" b="0">
                <a:solidFill>
                  <a:srgbClr val="786772"/>
                </a:solidFill>
                <a:latin typeface="Arial"/>
                <a:ea typeface="Arial"/>
                <a:cs typeface="Arial"/>
              </a:defRPr>
            </a:defPPr>
            <a:lvl1pPr algn="r">
              <a:defRPr sz="1275" b="0">
                <a:solidFill>
                  <a:srgbClr val="786772"/>
                </a:solidFill>
                <a:latin typeface="Arial"/>
                <a:ea typeface="Arial"/>
                <a:cs typeface="Arial"/>
              </a:defRPr>
            </a:lvl1pPr>
            <a:lvl2pPr algn="r">
              <a:defRPr sz="1275" b="0">
                <a:solidFill>
                  <a:srgbClr val="786772"/>
                </a:solidFill>
                <a:latin typeface="Arial"/>
                <a:ea typeface="Arial"/>
                <a:cs typeface="Arial"/>
              </a:defRPr>
            </a:lvl2pPr>
            <a:lvl3pPr algn="r">
              <a:defRPr sz="1275" b="0">
                <a:solidFill>
                  <a:srgbClr val="786772"/>
                </a:solidFill>
                <a:latin typeface="Arial"/>
                <a:ea typeface="Arial"/>
                <a:cs typeface="Arial"/>
              </a:defRPr>
            </a:lvl3pPr>
            <a:lvl4pPr algn="r">
              <a:defRPr sz="1275" b="0">
                <a:solidFill>
                  <a:srgbClr val="786772"/>
                </a:solidFill>
                <a:latin typeface="Arial"/>
                <a:ea typeface="Arial"/>
                <a:cs typeface="Arial"/>
              </a:defRPr>
            </a:lvl4pPr>
            <a:lvl5pPr algn="r">
              <a:defRPr sz="1275" b="0">
                <a:solidFill>
                  <a:srgbClr val="786772"/>
                </a:solidFill>
                <a:latin typeface="Arial"/>
                <a:ea typeface="Arial"/>
                <a:cs typeface="Arial"/>
              </a:defRPr>
            </a:lvl5pPr>
            <a:lvl6pPr algn="r">
              <a:defRPr sz="1275" b="0">
                <a:solidFill>
                  <a:srgbClr val="786772"/>
                </a:solidFill>
                <a:latin typeface="Arial"/>
                <a:ea typeface="Arial"/>
                <a:cs typeface="Arial"/>
              </a:defRPr>
            </a:lvl6pPr>
            <a:lvl7pPr algn="r">
              <a:defRPr sz="1275" b="0">
                <a:solidFill>
                  <a:srgbClr val="786772"/>
                </a:solidFill>
                <a:latin typeface="Arial"/>
                <a:ea typeface="Arial"/>
                <a:cs typeface="Arial"/>
              </a:defRPr>
            </a:lvl7pPr>
            <a:lvl8pPr algn="r">
              <a:defRPr sz="1275" b="0">
                <a:solidFill>
                  <a:srgbClr val="786772"/>
                </a:solidFill>
                <a:latin typeface="Arial"/>
                <a:ea typeface="Arial"/>
                <a:cs typeface="Arial"/>
              </a:defRPr>
            </a:lvl8pPr>
            <a:lvl9pPr algn="r">
              <a:defRPr sz="1275" b="0">
                <a:solidFill>
                  <a:srgbClr val="786772"/>
                </a:solidFill>
                <a:latin typeface="Arial"/>
                <a:ea typeface="Arial"/>
                <a:cs typeface="Arial"/>
              </a:defRPr>
            </a:lvl9pPr>
          </a:lstStyle>
          <a:p>
            <a:pPr algn="r">
              <a:defRPr sz="1275" b="0">
                <a:solidFill>
                  <a:srgbClr val="786772"/>
                </a:solidFill>
                <a:latin typeface="Arial"/>
                <a:ea typeface="Arial"/>
                <a:cs typeface="Arial"/>
              </a:defRPr>
            </a:pPr>
            <a:r>
              <a:rPr sz="1275" b="0">
                <a:solidFill>
                  <a:srgbClr val="786772"/>
                </a:solidFill>
                <a:latin typeface="Arial"/>
                <a:ea typeface="Arial"/>
                <a:cs typeface="Arial"/>
              </a:rPr>
              <a:t>02</a:t>
            </a:r>
          </a:p>
        </p:txBody>
      </p:sp>
      <p:sp>
        <p:nvSpPr>
          <p:cNvPr id="3" name="text-5">
            <a:extLst>
              <a:ext uri="{FF2B5EF4-FFF2-40B4-BE49-F238E27FC236}">
                <a16:creationId xmlns:a16="http://schemas.microsoft.com/office/drawing/2014/main" id="{BEC93A69-1942-40FD-BDC9-0579DC6E14AD}"/>
              </a:ext>
            </a:extLst>
          </p:cNvPr>
          <p:cNvSpPr>
            <a:spLocks noGrp="1"/>
          </p:cNvSpPr>
          <p:nvPr/>
        </p:nvSpPr>
        <p:spPr>
          <a:xfrm>
            <a:off x="704850" y="1571625"/>
            <a:ext cx="4000500" cy="552450"/>
          </a:xfrm>
          <a:prstGeom prst="rect">
            <a:avLst/>
          </a:prstGeom>
          <a:noFill/>
          <a:ln w="0">
            <a:noFill/>
          </a:ln>
        </p:spPr>
        <p:txBody>
          <a:bodyPr wrap="square" lIns="0" tIns="0" rIns="0" bIns="0" anchor="t">
            <a:noAutofit/>
          </a:bodyPr>
          <a:lstStyle>
            <a:defPPr algn="l">
              <a:defRPr sz="1725" b="1">
                <a:solidFill>
                  <a:srgbClr val="A60042"/>
                </a:solidFill>
                <a:latin typeface="Arial"/>
                <a:ea typeface="Arial"/>
                <a:cs typeface="Arial"/>
              </a:defRPr>
            </a:defPPr>
            <a:lvl1pPr algn="l">
              <a:defRPr sz="1725" b="1">
                <a:solidFill>
                  <a:srgbClr val="A60042"/>
                </a:solidFill>
                <a:latin typeface="Arial"/>
                <a:ea typeface="Arial"/>
                <a:cs typeface="Arial"/>
              </a:defRPr>
            </a:lvl1pPr>
            <a:lvl2pPr algn="l">
              <a:defRPr sz="1725" b="1">
                <a:solidFill>
                  <a:srgbClr val="A60042"/>
                </a:solidFill>
                <a:latin typeface="Arial"/>
                <a:ea typeface="Arial"/>
                <a:cs typeface="Arial"/>
              </a:defRPr>
            </a:lvl2pPr>
            <a:lvl3pPr algn="l">
              <a:defRPr sz="1725" b="1">
                <a:solidFill>
                  <a:srgbClr val="A60042"/>
                </a:solidFill>
                <a:latin typeface="Arial"/>
                <a:ea typeface="Arial"/>
                <a:cs typeface="Arial"/>
              </a:defRPr>
            </a:lvl3pPr>
            <a:lvl4pPr algn="l">
              <a:defRPr sz="1725" b="1">
                <a:solidFill>
                  <a:srgbClr val="A60042"/>
                </a:solidFill>
                <a:latin typeface="Arial"/>
                <a:ea typeface="Arial"/>
                <a:cs typeface="Arial"/>
              </a:defRPr>
            </a:lvl4pPr>
            <a:lvl5pPr algn="l">
              <a:defRPr sz="1725" b="1">
                <a:solidFill>
                  <a:srgbClr val="A60042"/>
                </a:solidFill>
                <a:latin typeface="Arial"/>
                <a:ea typeface="Arial"/>
                <a:cs typeface="Arial"/>
              </a:defRPr>
            </a:lvl5pPr>
            <a:lvl6pPr algn="l">
              <a:defRPr sz="1725" b="1">
                <a:solidFill>
                  <a:srgbClr val="A60042"/>
                </a:solidFill>
                <a:latin typeface="Arial"/>
                <a:ea typeface="Arial"/>
                <a:cs typeface="Arial"/>
              </a:defRPr>
            </a:lvl6pPr>
            <a:lvl7pPr algn="l">
              <a:defRPr sz="1725" b="1">
                <a:solidFill>
                  <a:srgbClr val="A60042"/>
                </a:solidFill>
                <a:latin typeface="Arial"/>
                <a:ea typeface="Arial"/>
                <a:cs typeface="Arial"/>
              </a:defRPr>
            </a:lvl7pPr>
            <a:lvl8pPr algn="l">
              <a:defRPr sz="1725" b="1">
                <a:solidFill>
                  <a:srgbClr val="A60042"/>
                </a:solidFill>
                <a:latin typeface="Arial"/>
                <a:ea typeface="Arial"/>
                <a:cs typeface="Arial"/>
              </a:defRPr>
            </a:lvl8pPr>
            <a:lvl9pPr algn="l">
              <a:defRPr sz="1725" b="1">
                <a:solidFill>
                  <a:srgbClr val="A60042"/>
                </a:solidFill>
                <a:latin typeface="Arial"/>
                <a:ea typeface="Arial"/>
                <a:cs typeface="Arial"/>
              </a:defRPr>
            </a:lvl9pPr>
          </a:lstStyle>
          <a:p>
            <a:pPr algn="l">
              <a:defRPr sz="1725" b="1">
                <a:solidFill>
                  <a:srgbClr val="A60042"/>
                </a:solidFill>
                <a:latin typeface="Arial"/>
                <a:ea typeface="Arial"/>
                <a:cs typeface="Arial"/>
              </a:defRPr>
            </a:pPr>
            <a:r>
              <a:rPr sz="1725" b="1">
                <a:solidFill>
                  <a:srgbClr val="A60042"/>
                </a:solidFill>
                <a:latin typeface="Arial"/>
                <a:ea typeface="Arial"/>
                <a:cs typeface="Arial"/>
              </a:rPr>
              <a:t>Starting point: research from Anthropic</a:t>
            </a:r>
          </a:p>
        </p:txBody>
      </p:sp>
      <p:sp>
        <p:nvSpPr>
          <p:cNvPr id="4" name="text-6">
            <a:extLst>
              <a:ext uri="{FF2B5EF4-FFF2-40B4-BE49-F238E27FC236}">
                <a16:creationId xmlns:a16="http://schemas.microsoft.com/office/drawing/2014/main" id="{8044A68E-F431-4DD8-9A5A-2060139F3FB9}"/>
              </a:ext>
            </a:extLst>
          </p:cNvPr>
          <p:cNvSpPr>
            <a:spLocks noGrp="1"/>
          </p:cNvSpPr>
          <p:nvPr/>
        </p:nvSpPr>
        <p:spPr>
          <a:xfrm>
            <a:off x="666750" y="2200275"/>
            <a:ext cx="2857500" cy="895350"/>
          </a:xfrm>
          <a:prstGeom prst="rect">
            <a:avLst/>
          </a:prstGeom>
          <a:noFill/>
          <a:ln w="0">
            <a:noFill/>
          </a:ln>
        </p:spPr>
        <p:txBody>
          <a:bodyPr wrap="square" lIns="0" tIns="0" rIns="0" bIns="0" anchor="t">
            <a:noAutofit/>
          </a:bodyPr>
          <a:lstStyle>
            <a:defPPr algn="l">
              <a:defRPr sz="6150" b="1">
                <a:solidFill>
                  <a:srgbClr val="271C25"/>
                </a:solidFill>
                <a:latin typeface="Arial"/>
                <a:ea typeface="Arial"/>
                <a:cs typeface="Arial"/>
              </a:defRPr>
            </a:defPPr>
            <a:lvl1pPr algn="l">
              <a:defRPr sz="6150" b="1">
                <a:solidFill>
                  <a:srgbClr val="271C25"/>
                </a:solidFill>
                <a:latin typeface="Arial"/>
                <a:ea typeface="Arial"/>
                <a:cs typeface="Arial"/>
              </a:defRPr>
            </a:lvl1pPr>
            <a:lvl2pPr algn="l">
              <a:defRPr sz="6150" b="1">
                <a:solidFill>
                  <a:srgbClr val="271C25"/>
                </a:solidFill>
                <a:latin typeface="Arial"/>
                <a:ea typeface="Arial"/>
                <a:cs typeface="Arial"/>
              </a:defRPr>
            </a:lvl2pPr>
            <a:lvl3pPr algn="l">
              <a:defRPr sz="6150" b="1">
                <a:solidFill>
                  <a:srgbClr val="271C25"/>
                </a:solidFill>
                <a:latin typeface="Arial"/>
                <a:ea typeface="Arial"/>
                <a:cs typeface="Arial"/>
              </a:defRPr>
            </a:lvl3pPr>
            <a:lvl4pPr algn="l">
              <a:defRPr sz="6150" b="1">
                <a:solidFill>
                  <a:srgbClr val="271C25"/>
                </a:solidFill>
                <a:latin typeface="Arial"/>
                <a:ea typeface="Arial"/>
                <a:cs typeface="Arial"/>
              </a:defRPr>
            </a:lvl4pPr>
            <a:lvl5pPr algn="l">
              <a:defRPr sz="6150" b="1">
                <a:solidFill>
                  <a:srgbClr val="271C25"/>
                </a:solidFill>
                <a:latin typeface="Arial"/>
                <a:ea typeface="Arial"/>
                <a:cs typeface="Arial"/>
              </a:defRPr>
            </a:lvl5pPr>
            <a:lvl6pPr algn="l">
              <a:defRPr sz="6150" b="1">
                <a:solidFill>
                  <a:srgbClr val="271C25"/>
                </a:solidFill>
                <a:latin typeface="Arial"/>
                <a:ea typeface="Arial"/>
                <a:cs typeface="Arial"/>
              </a:defRPr>
            </a:lvl6pPr>
            <a:lvl7pPr algn="l">
              <a:defRPr sz="6150" b="1">
                <a:solidFill>
                  <a:srgbClr val="271C25"/>
                </a:solidFill>
                <a:latin typeface="Arial"/>
                <a:ea typeface="Arial"/>
                <a:cs typeface="Arial"/>
              </a:defRPr>
            </a:lvl7pPr>
            <a:lvl8pPr algn="l">
              <a:defRPr sz="6150" b="1">
                <a:solidFill>
                  <a:srgbClr val="271C25"/>
                </a:solidFill>
                <a:latin typeface="Arial"/>
                <a:ea typeface="Arial"/>
                <a:cs typeface="Arial"/>
              </a:defRPr>
            </a:lvl8pPr>
            <a:lvl9pPr algn="l">
              <a:defRPr sz="6150" b="1">
                <a:solidFill>
                  <a:srgbClr val="271C25"/>
                </a:solidFill>
                <a:latin typeface="Arial"/>
                <a:ea typeface="Arial"/>
                <a:cs typeface="Arial"/>
              </a:defRPr>
            </a:lvl9pPr>
          </a:lstStyle>
          <a:p>
            <a:pPr algn="l">
              <a:defRPr sz="6150" b="1">
                <a:solidFill>
                  <a:srgbClr val="271C25"/>
                </a:solidFill>
                <a:latin typeface="Arial"/>
                <a:ea typeface="Arial"/>
                <a:cs typeface="Arial"/>
              </a:defRPr>
            </a:pPr>
            <a:r>
              <a:rPr sz="6150" b="1">
                <a:solidFill>
                  <a:srgbClr val="271C25"/>
                </a:solidFill>
                <a:latin typeface="Arial"/>
                <a:ea typeface="Arial"/>
                <a:cs typeface="Arial"/>
              </a:rPr>
              <a:t>52</a:t>
            </a:r>
          </a:p>
        </p:txBody>
      </p:sp>
      <p:sp>
        <p:nvSpPr>
          <p:cNvPr id="5" name="text-7">
            <a:extLst>
              <a:ext uri="{FF2B5EF4-FFF2-40B4-BE49-F238E27FC236}">
                <a16:creationId xmlns:a16="http://schemas.microsoft.com/office/drawing/2014/main" id="{47E31625-E565-4689-9C21-D8760EB25CF9}"/>
              </a:ext>
            </a:extLst>
          </p:cNvPr>
          <p:cNvSpPr>
            <a:spLocks noGrp="1"/>
          </p:cNvSpPr>
          <p:nvPr/>
        </p:nvSpPr>
        <p:spPr>
          <a:xfrm>
            <a:off x="704850" y="3133725"/>
            <a:ext cx="3810000" cy="676275"/>
          </a:xfrm>
          <a:prstGeom prst="rect">
            <a:avLst/>
          </a:prstGeom>
          <a:noFill/>
          <a:ln w="0">
            <a:noFill/>
          </a:ln>
        </p:spPr>
        <p:txBody>
          <a:bodyPr wrap="square" lIns="0" tIns="0" rIns="0" bIns="0" anchor="t">
            <a:noAutofit/>
          </a:bodyPr>
          <a:lstStyle>
            <a:defPPr algn="l">
              <a:defRPr sz="1800" b="0">
                <a:solidFill>
                  <a:srgbClr val="271C25"/>
                </a:solidFill>
                <a:latin typeface="Arial"/>
                <a:ea typeface="Arial"/>
                <a:cs typeface="Arial"/>
              </a:defRPr>
            </a:defPPr>
            <a:lvl1pPr algn="l">
              <a:defRPr sz="1800" b="0">
                <a:solidFill>
                  <a:srgbClr val="271C25"/>
                </a:solidFill>
                <a:latin typeface="Arial"/>
                <a:ea typeface="Arial"/>
                <a:cs typeface="Arial"/>
              </a:defRPr>
            </a:lvl1pPr>
            <a:lvl2pPr algn="l">
              <a:defRPr sz="1800" b="0">
                <a:solidFill>
                  <a:srgbClr val="271C25"/>
                </a:solidFill>
                <a:latin typeface="Arial"/>
                <a:ea typeface="Arial"/>
                <a:cs typeface="Arial"/>
              </a:defRPr>
            </a:lvl2pPr>
            <a:lvl3pPr algn="l">
              <a:defRPr sz="1800" b="0">
                <a:solidFill>
                  <a:srgbClr val="271C25"/>
                </a:solidFill>
                <a:latin typeface="Arial"/>
                <a:ea typeface="Arial"/>
                <a:cs typeface="Arial"/>
              </a:defRPr>
            </a:lvl3pPr>
            <a:lvl4pPr algn="l">
              <a:defRPr sz="1800" b="0">
                <a:solidFill>
                  <a:srgbClr val="271C25"/>
                </a:solidFill>
                <a:latin typeface="Arial"/>
                <a:ea typeface="Arial"/>
                <a:cs typeface="Arial"/>
              </a:defRPr>
            </a:lvl4pPr>
            <a:lvl5pPr algn="l">
              <a:defRPr sz="1800" b="0">
                <a:solidFill>
                  <a:srgbClr val="271C25"/>
                </a:solidFill>
                <a:latin typeface="Arial"/>
                <a:ea typeface="Arial"/>
                <a:cs typeface="Arial"/>
              </a:defRPr>
            </a:lvl5pPr>
            <a:lvl6pPr algn="l">
              <a:defRPr sz="1800" b="0">
                <a:solidFill>
                  <a:srgbClr val="271C25"/>
                </a:solidFill>
                <a:latin typeface="Arial"/>
                <a:ea typeface="Arial"/>
                <a:cs typeface="Arial"/>
              </a:defRPr>
            </a:lvl6pPr>
            <a:lvl7pPr algn="l">
              <a:defRPr sz="1800" b="0">
                <a:solidFill>
                  <a:srgbClr val="271C25"/>
                </a:solidFill>
                <a:latin typeface="Arial"/>
                <a:ea typeface="Arial"/>
                <a:cs typeface="Arial"/>
              </a:defRPr>
            </a:lvl7pPr>
            <a:lvl8pPr algn="l">
              <a:defRPr sz="1800" b="0">
                <a:solidFill>
                  <a:srgbClr val="271C25"/>
                </a:solidFill>
                <a:latin typeface="Arial"/>
                <a:ea typeface="Arial"/>
                <a:cs typeface="Arial"/>
              </a:defRPr>
            </a:lvl8pPr>
            <a:lvl9pPr algn="l">
              <a:defRPr sz="1800" b="0">
                <a:solidFill>
                  <a:srgbClr val="271C25"/>
                </a:solidFill>
                <a:latin typeface="Arial"/>
                <a:ea typeface="Arial"/>
                <a:cs typeface="Arial"/>
              </a:defRPr>
            </a:lvl9pPr>
          </a:lstStyle>
          <a:p>
            <a:pPr algn="l">
              <a:defRPr sz="1800" b="0">
                <a:solidFill>
                  <a:srgbClr val="271C25"/>
                </a:solidFill>
                <a:latin typeface="Arial"/>
                <a:ea typeface="Arial"/>
                <a:cs typeface="Arial"/>
              </a:defRPr>
            </a:pPr>
            <a:r>
              <a:rPr sz="1800" b="0">
                <a:solidFill>
                  <a:srgbClr val="271C25"/>
                </a:solidFill>
                <a:latin typeface="Arial"/>
                <a:ea typeface="Arial"/>
                <a:cs typeface="Arial"/>
              </a:rPr>
              <a:t>Python programmers learning Trio</a:t>
            </a:r>
          </a:p>
          <a:p>
            <a:pPr algn="l">
              <a:defRPr sz="1800" b="0">
                <a:solidFill>
                  <a:srgbClr val="271C25"/>
                </a:solidFill>
                <a:latin typeface="Arial"/>
                <a:ea typeface="Arial"/>
                <a:cs typeface="Arial"/>
              </a:defRPr>
            </a:pPr>
            <a:r>
              <a:rPr sz="1800" b="0">
                <a:solidFill>
                  <a:srgbClr val="271C25"/>
                </a:solidFill>
                <a:latin typeface="Arial"/>
                <a:ea typeface="Arial"/>
                <a:cs typeface="Arial"/>
              </a:rPr>
              <a:t>26 with AI, 26 without AI</a:t>
            </a:r>
          </a:p>
        </p:txBody>
      </p:sp>
      <p:sp>
        <p:nvSpPr>
          <p:cNvPr id="6" name="text-8">
            <a:extLst>
              <a:ext uri="{FF2B5EF4-FFF2-40B4-BE49-F238E27FC236}">
                <a16:creationId xmlns:a16="http://schemas.microsoft.com/office/drawing/2014/main" id="{981F29C4-3105-44B4-A2C4-09AB70CBBDC9}"/>
              </a:ext>
            </a:extLst>
          </p:cNvPr>
          <p:cNvSpPr>
            <a:spLocks noGrp="1"/>
          </p:cNvSpPr>
          <p:nvPr/>
        </p:nvSpPr>
        <p:spPr>
          <a:xfrm>
            <a:off x="704850" y="4086225"/>
            <a:ext cx="3829050" cy="1352550"/>
          </a:xfrm>
          <a:prstGeom prst="rect">
            <a:avLst/>
          </a:prstGeom>
          <a:noFill/>
          <a:ln w="0">
            <a:noFill/>
          </a:ln>
        </p:spPr>
        <p:txBody>
          <a:bodyPr wrap="square" lIns="0" tIns="0" rIns="0" bIns="0" anchor="t">
            <a:noAutofit/>
          </a:bodyPr>
          <a:lstStyle>
            <a:defPPr algn="l">
              <a:defRPr sz="1800" b="0">
                <a:solidFill>
                  <a:srgbClr val="786772"/>
                </a:solidFill>
                <a:latin typeface="Arial"/>
                <a:ea typeface="Arial"/>
                <a:cs typeface="Arial"/>
              </a:defRPr>
            </a:defPPr>
            <a:lvl1pPr algn="l">
              <a:defRPr sz="1800" b="0">
                <a:solidFill>
                  <a:srgbClr val="786772"/>
                </a:solidFill>
                <a:latin typeface="Arial"/>
                <a:ea typeface="Arial"/>
                <a:cs typeface="Arial"/>
              </a:defRPr>
            </a:lvl1pPr>
            <a:lvl2pPr algn="l">
              <a:defRPr sz="1800" b="0">
                <a:solidFill>
                  <a:srgbClr val="786772"/>
                </a:solidFill>
                <a:latin typeface="Arial"/>
                <a:ea typeface="Arial"/>
                <a:cs typeface="Arial"/>
              </a:defRPr>
            </a:lvl2pPr>
            <a:lvl3pPr algn="l">
              <a:defRPr sz="1800" b="0">
                <a:solidFill>
                  <a:srgbClr val="786772"/>
                </a:solidFill>
                <a:latin typeface="Arial"/>
                <a:ea typeface="Arial"/>
                <a:cs typeface="Arial"/>
              </a:defRPr>
            </a:lvl3pPr>
            <a:lvl4pPr algn="l">
              <a:defRPr sz="1800" b="0">
                <a:solidFill>
                  <a:srgbClr val="786772"/>
                </a:solidFill>
                <a:latin typeface="Arial"/>
                <a:ea typeface="Arial"/>
                <a:cs typeface="Arial"/>
              </a:defRPr>
            </a:lvl4pPr>
            <a:lvl5pPr algn="l">
              <a:defRPr sz="1800" b="0">
                <a:solidFill>
                  <a:srgbClr val="786772"/>
                </a:solidFill>
                <a:latin typeface="Arial"/>
                <a:ea typeface="Arial"/>
                <a:cs typeface="Arial"/>
              </a:defRPr>
            </a:lvl5pPr>
            <a:lvl6pPr algn="l">
              <a:defRPr sz="1800" b="0">
                <a:solidFill>
                  <a:srgbClr val="786772"/>
                </a:solidFill>
                <a:latin typeface="Arial"/>
                <a:ea typeface="Arial"/>
                <a:cs typeface="Arial"/>
              </a:defRPr>
            </a:lvl6pPr>
            <a:lvl7pPr algn="l">
              <a:defRPr sz="1800" b="0">
                <a:solidFill>
                  <a:srgbClr val="786772"/>
                </a:solidFill>
                <a:latin typeface="Arial"/>
                <a:ea typeface="Arial"/>
                <a:cs typeface="Arial"/>
              </a:defRPr>
            </a:lvl7pPr>
            <a:lvl8pPr algn="l">
              <a:defRPr sz="1800" b="0">
                <a:solidFill>
                  <a:srgbClr val="786772"/>
                </a:solidFill>
                <a:latin typeface="Arial"/>
                <a:ea typeface="Arial"/>
                <a:cs typeface="Arial"/>
              </a:defRPr>
            </a:lvl8pPr>
            <a:lvl9pPr algn="l">
              <a:defRPr sz="1800" b="0">
                <a:solidFill>
                  <a:srgbClr val="786772"/>
                </a:solidFill>
                <a:latin typeface="Arial"/>
                <a:ea typeface="Arial"/>
                <a:cs typeface="Arial"/>
              </a:defRPr>
            </a:lvl9pPr>
          </a:lstStyle>
          <a:p>
            <a:pPr algn="l">
              <a:defRPr sz="1800" b="0">
                <a:solidFill>
                  <a:srgbClr val="786772"/>
                </a:solidFill>
                <a:latin typeface="Arial"/>
                <a:ea typeface="Arial"/>
                <a:cs typeface="Arial"/>
              </a:defRPr>
            </a:pPr>
            <a:r>
              <a:rPr sz="1800" b="0">
                <a:solidFill>
                  <a:srgbClr val="786772"/>
                </a:solidFill>
                <a:latin typeface="Arial"/>
                <a:ea typeface="Arial"/>
                <a:cs typeface="Arial"/>
              </a:rPr>
              <a:t>Lower skill quiz scores with AI.</a:t>
            </a:r>
          </a:p>
          <a:p>
            <a:pPr algn="l">
              <a:defRPr sz="1800" b="0">
                <a:solidFill>
                  <a:srgbClr val="786772"/>
                </a:solidFill>
                <a:latin typeface="Arial"/>
                <a:ea typeface="Arial"/>
                <a:cs typeface="Arial"/>
              </a:defRPr>
            </a:pPr>
            <a:r>
              <a:rPr sz="1800" b="0">
                <a:solidFill>
                  <a:srgbClr val="786772"/>
                </a:solidFill>
                <a:latin typeface="Arial"/>
                <a:ea typeface="Arial"/>
                <a:cs typeface="Arial"/>
              </a:rPr>
              <a:t>Cohen’s d = 0.738, p = .010</a:t>
            </a:r>
          </a:p>
          <a:p>
            <a:pPr algn="l">
              <a:defRPr sz="1800" b="0">
                <a:solidFill>
                  <a:srgbClr val="786772"/>
                </a:solidFill>
                <a:latin typeface="Arial"/>
                <a:ea typeface="Arial"/>
                <a:cs typeface="Arial"/>
              </a:defRPr>
            </a:pPr>
            <a:r>
              <a:rPr sz="1800" b="0">
                <a:solidFill>
                  <a:srgbClr val="786772"/>
                </a:solidFill>
                <a:latin typeface="Arial"/>
                <a:ea typeface="Arial"/>
                <a:cs typeface="Arial"/>
              </a:rPr>
              <a:t>No significant average speed gain</a:t>
            </a:r>
          </a:p>
          <a:p>
            <a:pPr algn="l">
              <a:defRPr sz="1800" b="0">
                <a:solidFill>
                  <a:srgbClr val="786772"/>
                </a:solidFill>
                <a:latin typeface="Arial"/>
                <a:ea typeface="Arial"/>
                <a:cs typeface="Arial"/>
              </a:defRPr>
            </a:pPr>
            <a:r>
              <a:rPr sz="1800" b="0">
                <a:solidFill>
                  <a:srgbClr val="786772"/>
                </a:solidFill>
                <a:latin typeface="Arial"/>
                <a:ea typeface="Arial"/>
                <a:cs typeface="Arial"/>
              </a:rPr>
              <a:t>(p = .391).</a:t>
            </a:r>
          </a:p>
        </p:txBody>
      </p:sp>
      <p:sp>
        <p:nvSpPr>
          <p:cNvPr id="7" name="text-9">
            <a:extLst>
              <a:ext uri="{FF2B5EF4-FFF2-40B4-BE49-F238E27FC236}">
                <a16:creationId xmlns:a16="http://schemas.microsoft.com/office/drawing/2014/main" id="{0296113A-2687-4657-A5C3-E816E5C47BE5}"/>
              </a:ext>
            </a:extLst>
          </p:cNvPr>
          <p:cNvSpPr>
            <a:spLocks noGrp="1"/>
          </p:cNvSpPr>
          <p:nvPr/>
        </p:nvSpPr>
        <p:spPr>
          <a:xfrm>
            <a:off x="4810125" y="1609725"/>
            <a:ext cx="6667500" cy="342900"/>
          </a:xfrm>
          <a:prstGeom prst="rect">
            <a:avLst/>
          </a:prstGeom>
          <a:noFill/>
          <a:ln w="0">
            <a:noFill/>
          </a:ln>
        </p:spPr>
        <p:txBody>
          <a:bodyPr wrap="square" lIns="0" tIns="0" rIns="0" bIns="0" anchor="t">
            <a:noAutofit/>
          </a:bodyPr>
          <a:lstStyle>
            <a:defPPr algn="l">
              <a:defRPr sz="1800" b="1">
                <a:solidFill>
                  <a:srgbClr val="271C25"/>
                </a:solidFill>
                <a:latin typeface="Arial"/>
                <a:ea typeface="Arial"/>
                <a:cs typeface="Arial"/>
              </a:defRPr>
            </a:defPPr>
            <a:lvl1pPr algn="l">
              <a:defRPr sz="1800" b="1">
                <a:solidFill>
                  <a:srgbClr val="271C25"/>
                </a:solidFill>
                <a:latin typeface="Arial"/>
                <a:ea typeface="Arial"/>
                <a:cs typeface="Arial"/>
              </a:defRPr>
            </a:lvl1pPr>
            <a:lvl2pPr algn="l">
              <a:defRPr sz="1800" b="1">
                <a:solidFill>
                  <a:srgbClr val="271C25"/>
                </a:solidFill>
                <a:latin typeface="Arial"/>
                <a:ea typeface="Arial"/>
                <a:cs typeface="Arial"/>
              </a:defRPr>
            </a:lvl2pPr>
            <a:lvl3pPr algn="l">
              <a:defRPr sz="1800" b="1">
                <a:solidFill>
                  <a:srgbClr val="271C25"/>
                </a:solidFill>
                <a:latin typeface="Arial"/>
                <a:ea typeface="Arial"/>
                <a:cs typeface="Arial"/>
              </a:defRPr>
            </a:lvl3pPr>
            <a:lvl4pPr algn="l">
              <a:defRPr sz="1800" b="1">
                <a:solidFill>
                  <a:srgbClr val="271C25"/>
                </a:solidFill>
                <a:latin typeface="Arial"/>
                <a:ea typeface="Arial"/>
                <a:cs typeface="Arial"/>
              </a:defRPr>
            </a:lvl4pPr>
            <a:lvl5pPr algn="l">
              <a:defRPr sz="1800" b="1">
                <a:solidFill>
                  <a:srgbClr val="271C25"/>
                </a:solidFill>
                <a:latin typeface="Arial"/>
                <a:ea typeface="Arial"/>
                <a:cs typeface="Arial"/>
              </a:defRPr>
            </a:lvl5pPr>
            <a:lvl6pPr algn="l">
              <a:defRPr sz="1800" b="1">
                <a:solidFill>
                  <a:srgbClr val="271C25"/>
                </a:solidFill>
                <a:latin typeface="Arial"/>
                <a:ea typeface="Arial"/>
                <a:cs typeface="Arial"/>
              </a:defRPr>
            </a:lvl6pPr>
            <a:lvl7pPr algn="l">
              <a:defRPr sz="1800" b="1">
                <a:solidFill>
                  <a:srgbClr val="271C25"/>
                </a:solidFill>
                <a:latin typeface="Arial"/>
                <a:ea typeface="Arial"/>
                <a:cs typeface="Arial"/>
              </a:defRPr>
            </a:lvl7pPr>
            <a:lvl8pPr algn="l">
              <a:defRPr sz="1800" b="1">
                <a:solidFill>
                  <a:srgbClr val="271C25"/>
                </a:solidFill>
                <a:latin typeface="Arial"/>
                <a:ea typeface="Arial"/>
                <a:cs typeface="Arial"/>
              </a:defRPr>
            </a:lvl8pPr>
            <a:lvl9pPr algn="l">
              <a:defRPr sz="1800" b="1">
                <a:solidFill>
                  <a:srgbClr val="271C25"/>
                </a:solidFill>
                <a:latin typeface="Arial"/>
                <a:ea typeface="Arial"/>
                <a:cs typeface="Arial"/>
              </a:defRPr>
            </a:lvl9pPr>
          </a:lstStyle>
          <a:p>
            <a:pPr algn="l">
              <a:defRPr sz="1800" b="1">
                <a:solidFill>
                  <a:srgbClr val="271C25"/>
                </a:solidFill>
                <a:latin typeface="Arial"/>
                <a:ea typeface="Arial"/>
                <a:cs typeface="Arial"/>
              </a:defRPr>
            </a:pPr>
            <a:r>
              <a:rPr sz="1800" b="1">
                <a:solidFill>
                  <a:srgbClr val="271C25"/>
                </a:solidFill>
                <a:latin typeface="Arial"/>
                <a:ea typeface="Arial"/>
                <a:cs typeface="Arial"/>
              </a:rPr>
              <a:t>Mean quiz score by AI interaction pattern</a:t>
            </a:r>
          </a:p>
        </p:txBody>
      </p:sp>
      <p:graphicFrame>
        <p:nvGraphicFramePr>
          <p:cNvPr id="8" name="Chart">
            <a:extLst>
              <a:ext uri="{FF2B5EF4-FFF2-40B4-BE49-F238E27FC236}">
                <a16:creationId xmlns:a16="http://schemas.microsoft.com/office/drawing/2014/main" id="{18D5D347-361C-4D22-920C-9649E4635310}"/>
              </a:ext>
            </a:extLst>
          </p:cNvPr>
          <p:cNvGraphicFramePr/>
          <p:nvPr/>
        </p:nvGraphicFramePr>
        <p:xfrm>
          <a:off x="4695825" y="2076450"/>
          <a:ext cx="6810375" cy="32766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10">
            <a:extLst>
              <a:ext uri="{FF2B5EF4-FFF2-40B4-BE49-F238E27FC236}">
                <a16:creationId xmlns:a16="http://schemas.microsoft.com/office/drawing/2014/main" id="{ECC7A357-A052-4BA6-91F2-2E05D16DA2E1}"/>
              </a:ext>
            </a:extLst>
          </p:cNvPr>
          <p:cNvSpPr>
            <a:spLocks noGrp="1"/>
          </p:cNvSpPr>
          <p:nvPr/>
        </p:nvSpPr>
        <p:spPr>
          <a:xfrm>
            <a:off x="704850" y="5638800"/>
            <a:ext cx="10744200" cy="381000"/>
          </a:xfrm>
          <a:prstGeom prst="rect">
            <a:avLst/>
          </a:prstGeom>
          <a:noFill/>
          <a:ln w="0">
            <a:noFill/>
          </a:ln>
        </p:spPr>
        <p:txBody>
          <a:bodyPr wrap="square" lIns="0" tIns="0" rIns="0" bIns="0" anchor="t">
            <a:noAutofit/>
          </a:bodyPr>
          <a:lstStyle>
            <a:defPPr algn="l">
              <a:defRPr sz="2100" b="1">
                <a:solidFill>
                  <a:srgbClr val="A60042"/>
                </a:solidFill>
                <a:latin typeface="Arial"/>
                <a:ea typeface="Arial"/>
                <a:cs typeface="Arial"/>
              </a:defRPr>
            </a:defPPr>
            <a:lvl1pPr algn="l">
              <a:defRPr sz="2100" b="1">
                <a:solidFill>
                  <a:srgbClr val="A60042"/>
                </a:solidFill>
                <a:latin typeface="Arial"/>
                <a:ea typeface="Arial"/>
                <a:cs typeface="Arial"/>
              </a:defRPr>
            </a:lvl1pPr>
            <a:lvl2pPr algn="l">
              <a:defRPr sz="2100" b="1">
                <a:solidFill>
                  <a:srgbClr val="A60042"/>
                </a:solidFill>
                <a:latin typeface="Arial"/>
                <a:ea typeface="Arial"/>
                <a:cs typeface="Arial"/>
              </a:defRPr>
            </a:lvl2pPr>
            <a:lvl3pPr algn="l">
              <a:defRPr sz="2100" b="1">
                <a:solidFill>
                  <a:srgbClr val="A60042"/>
                </a:solidFill>
                <a:latin typeface="Arial"/>
                <a:ea typeface="Arial"/>
                <a:cs typeface="Arial"/>
              </a:defRPr>
            </a:lvl3pPr>
            <a:lvl4pPr algn="l">
              <a:defRPr sz="2100" b="1">
                <a:solidFill>
                  <a:srgbClr val="A60042"/>
                </a:solidFill>
                <a:latin typeface="Arial"/>
                <a:ea typeface="Arial"/>
                <a:cs typeface="Arial"/>
              </a:defRPr>
            </a:lvl4pPr>
            <a:lvl5pPr algn="l">
              <a:defRPr sz="2100" b="1">
                <a:solidFill>
                  <a:srgbClr val="A60042"/>
                </a:solidFill>
                <a:latin typeface="Arial"/>
                <a:ea typeface="Arial"/>
                <a:cs typeface="Arial"/>
              </a:defRPr>
            </a:lvl5pPr>
            <a:lvl6pPr algn="l">
              <a:defRPr sz="2100" b="1">
                <a:solidFill>
                  <a:srgbClr val="A60042"/>
                </a:solidFill>
                <a:latin typeface="Arial"/>
                <a:ea typeface="Arial"/>
                <a:cs typeface="Arial"/>
              </a:defRPr>
            </a:lvl6pPr>
            <a:lvl7pPr algn="l">
              <a:defRPr sz="2100" b="1">
                <a:solidFill>
                  <a:srgbClr val="A60042"/>
                </a:solidFill>
                <a:latin typeface="Arial"/>
                <a:ea typeface="Arial"/>
                <a:cs typeface="Arial"/>
              </a:defRPr>
            </a:lvl7pPr>
            <a:lvl8pPr algn="l">
              <a:defRPr sz="2100" b="1">
                <a:solidFill>
                  <a:srgbClr val="A60042"/>
                </a:solidFill>
                <a:latin typeface="Arial"/>
                <a:ea typeface="Arial"/>
                <a:cs typeface="Arial"/>
              </a:defRPr>
            </a:lvl8pPr>
            <a:lvl9pPr algn="l">
              <a:defRPr sz="2100" b="1">
                <a:solidFill>
                  <a:srgbClr val="A60042"/>
                </a:solidFill>
                <a:latin typeface="Arial"/>
                <a:ea typeface="Arial"/>
                <a:cs typeface="Arial"/>
              </a:defRPr>
            </a:lvl9pPr>
          </a:lstStyle>
          <a:p>
            <a:pPr algn="l">
              <a:defRPr sz="2100" b="1">
                <a:solidFill>
                  <a:srgbClr val="A60042"/>
                </a:solidFill>
                <a:latin typeface="Arial"/>
                <a:ea typeface="Arial"/>
                <a:cs typeface="Arial"/>
              </a:defRPr>
            </a:pPr>
            <a:r>
              <a:rPr sz="2100" b="1">
                <a:solidFill>
                  <a:srgbClr val="A60042"/>
                </a:solidFill>
                <a:latin typeface="Arial"/>
                <a:ea typeface="Arial"/>
                <a:cs typeface="Arial"/>
              </a:rPr>
              <a:t>Our conclusion: humans must keep research under control</a:t>
            </a:r>
          </a:p>
        </p:txBody>
      </p:sp>
      <p:sp>
        <p:nvSpPr>
          <p:cNvPr id="10" name="text-11">
            <a:extLst>
              <a:ext uri="{FF2B5EF4-FFF2-40B4-BE49-F238E27FC236}">
                <a16:creationId xmlns:a16="http://schemas.microsoft.com/office/drawing/2014/main" id="{AC70912A-9C30-4AC6-8E13-3CC00C84C081}"/>
              </a:ext>
            </a:extLst>
          </p:cNvPr>
          <p:cNvSpPr>
            <a:spLocks noGrp="1"/>
          </p:cNvSpPr>
          <p:nvPr/>
        </p:nvSpPr>
        <p:spPr>
          <a:xfrm>
            <a:off x="685800" y="6172200"/>
            <a:ext cx="10134600" cy="457200"/>
          </a:xfrm>
          <a:prstGeom prst="rect">
            <a:avLst/>
          </a:prstGeom>
          <a:noFill/>
          <a:ln w="0">
            <a:noFill/>
          </a:ln>
        </p:spPr>
        <p:txBody>
          <a:bodyPr wrap="square" lIns="0" tIns="0" rIns="0" bIns="0" anchor="t">
            <a:noAutofit/>
          </a:bodyPr>
          <a:lstStyle>
            <a:defPPr algn="l">
              <a:defRPr sz="1200" b="0">
                <a:solidFill>
                  <a:srgbClr val="786772"/>
                </a:solidFill>
                <a:latin typeface="Arial"/>
                <a:ea typeface="Arial"/>
                <a:cs typeface="Arial"/>
              </a:defRPr>
            </a:defPPr>
            <a:lvl1pPr algn="l">
              <a:defRPr sz="1200" b="0">
                <a:solidFill>
                  <a:srgbClr val="786772"/>
                </a:solidFill>
                <a:latin typeface="Arial"/>
                <a:ea typeface="Arial"/>
                <a:cs typeface="Arial"/>
              </a:defRPr>
            </a:lvl1pPr>
            <a:lvl2pPr algn="l">
              <a:defRPr sz="1200" b="0">
                <a:solidFill>
                  <a:srgbClr val="786772"/>
                </a:solidFill>
                <a:latin typeface="Arial"/>
                <a:ea typeface="Arial"/>
                <a:cs typeface="Arial"/>
              </a:defRPr>
            </a:lvl2pPr>
            <a:lvl3pPr algn="l">
              <a:defRPr sz="1200" b="0">
                <a:solidFill>
                  <a:srgbClr val="786772"/>
                </a:solidFill>
                <a:latin typeface="Arial"/>
                <a:ea typeface="Arial"/>
                <a:cs typeface="Arial"/>
              </a:defRPr>
            </a:lvl3pPr>
            <a:lvl4pPr algn="l">
              <a:defRPr sz="1200" b="0">
                <a:solidFill>
                  <a:srgbClr val="786772"/>
                </a:solidFill>
                <a:latin typeface="Arial"/>
                <a:ea typeface="Arial"/>
                <a:cs typeface="Arial"/>
              </a:defRPr>
            </a:lvl4pPr>
            <a:lvl5pPr algn="l">
              <a:defRPr sz="1200" b="0">
                <a:solidFill>
                  <a:srgbClr val="786772"/>
                </a:solidFill>
                <a:latin typeface="Arial"/>
                <a:ea typeface="Arial"/>
                <a:cs typeface="Arial"/>
              </a:defRPr>
            </a:lvl5pPr>
            <a:lvl6pPr algn="l">
              <a:defRPr sz="1200" b="0">
                <a:solidFill>
                  <a:srgbClr val="786772"/>
                </a:solidFill>
                <a:latin typeface="Arial"/>
                <a:ea typeface="Arial"/>
                <a:cs typeface="Arial"/>
              </a:defRPr>
            </a:lvl6pPr>
            <a:lvl7pPr algn="l">
              <a:defRPr sz="1200" b="0">
                <a:solidFill>
                  <a:srgbClr val="786772"/>
                </a:solidFill>
                <a:latin typeface="Arial"/>
                <a:ea typeface="Arial"/>
                <a:cs typeface="Arial"/>
              </a:defRPr>
            </a:lvl7pPr>
            <a:lvl8pPr algn="l">
              <a:defRPr sz="1200" b="0">
                <a:solidFill>
                  <a:srgbClr val="786772"/>
                </a:solidFill>
                <a:latin typeface="Arial"/>
                <a:ea typeface="Arial"/>
                <a:cs typeface="Arial"/>
              </a:defRPr>
            </a:lvl8pPr>
            <a:lvl9pPr algn="l">
              <a:defRPr sz="1200" b="0">
                <a:solidFill>
                  <a:srgbClr val="786772"/>
                </a:solidFill>
                <a:latin typeface="Arial"/>
                <a:ea typeface="Arial"/>
                <a:cs typeface="Arial"/>
              </a:defRPr>
            </a:lvl9pPr>
          </a:lstStyle>
          <a:p>
            <a:pPr algn="l">
              <a:defRPr sz="1200" b="0">
                <a:solidFill>
                  <a:srgbClr val="786772"/>
                </a:solidFill>
                <a:latin typeface="Arial"/>
                <a:ea typeface="Arial"/>
                <a:cs typeface="Arial"/>
              </a:defRPr>
            </a:pPr>
            <a:r>
              <a:rPr sz="1200" b="0">
                <a:solidFill>
                  <a:srgbClr val="786772"/>
                </a:solidFill>
                <a:latin typeface="Arial"/>
                <a:ea typeface="Arial"/>
                <a:cs typeface="Arial"/>
              </a:rPr>
              <a:t>Source: Shen &amp; Tamkin (2026), pp. 9–10, 13. Small qualitative subgroups are descriptive, not causal estimates.</a:t>
            </a:r>
          </a:p>
          <a:p>
            <a:pPr algn="l">
              <a:defRPr sz="1200" b="0">
                <a:solidFill>
                  <a:srgbClr val="786772"/>
                </a:solidFill>
                <a:latin typeface="Arial"/>
                <a:ea typeface="Arial"/>
                <a:cs typeface="Arial"/>
              </a:defRPr>
            </a:pPr>
            <a:r>
              <a:rPr sz="1200" b="0">
                <a:solidFill>
                  <a:srgbClr val="786772"/>
                </a:solidFill>
                <a:latin typeface="Arial"/>
                <a:ea typeface="Arial"/>
                <a:cs typeface="Arial"/>
              </a:rPr>
              <a:t>This coding study motivates our design. It does not establish Science-Bot’s effect on researchers.</a:t>
            </a:r>
          </a:p>
        </p:txBody>
      </p:sp>
    </p:spTree>
    <p:extLst>
      <p:ext uri="{BB962C8B-B14F-4D97-AF65-F5344CB8AC3E}">
        <p14:creationId xmlns:p14="http://schemas.microsoft.com/office/powerpoint/2010/main" val="1776758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8FA"/>
        </a:solidFill>
        <a:effectLst/>
      </p:bgPr>
    </p:bg>
    <p:spTree>
      <p:nvGrpSpPr>
        <p:cNvPr id="1" name=""/>
        <p:cNvGrpSpPr/>
        <p:nvPr/>
      </p:nvGrpSpPr>
      <p:grpSpPr>
        <a:xfrm>
          <a:off x="0" y="0"/>
          <a:ext cx="0" cy="0"/>
          <a:chOff x="0" y="0"/>
          <a:chExt cx="0" cy="0"/>
        </a:xfrm>
      </p:grpSpPr>
      <p:sp>
        <p:nvSpPr>
          <p:cNvPr id="9" name="slide-3-title">
            <a:extLst>
              <a:ext uri="{FF2B5EF4-FFF2-40B4-BE49-F238E27FC236}">
                <a16:creationId xmlns:a16="http://schemas.microsoft.com/office/drawing/2014/main" id="{BA5CC314-58D6-426D-A5FE-E2E86C779224}"/>
              </a:ext>
            </a:extLst>
          </p:cNvPr>
          <p:cNvSpPr>
            <a:spLocks noGrp="1"/>
          </p:cNvSpPr>
          <p:nvPr/>
        </p:nvSpPr>
        <p:spPr>
          <a:xfrm>
            <a:off x="685800" y="514350"/>
            <a:ext cx="10820400" cy="1066800"/>
          </a:xfrm>
          <a:prstGeom prst="rect">
            <a:avLst/>
          </a:prstGeom>
          <a:noFill/>
          <a:ln w="0">
            <a:noFill/>
          </a:ln>
        </p:spPr>
        <p:txBody>
          <a:bodyPr wrap="square" lIns="0" tIns="0" rIns="0" bIns="0" anchor="t">
            <a:noAutofit/>
          </a:bodyPr>
          <a:lstStyle>
            <a:defPPr algn="l">
              <a:defRPr sz="3300" b="1">
                <a:solidFill>
                  <a:srgbClr val="271C25"/>
                </a:solidFill>
                <a:latin typeface="Arial"/>
                <a:ea typeface="Arial"/>
                <a:cs typeface="Arial"/>
              </a:defRPr>
            </a:defPPr>
            <a:lvl1pPr algn="l">
              <a:defRPr sz="3300" b="1">
                <a:solidFill>
                  <a:srgbClr val="271C25"/>
                </a:solidFill>
                <a:latin typeface="Arial"/>
                <a:ea typeface="Arial"/>
                <a:cs typeface="Arial"/>
              </a:defRPr>
            </a:lvl1pPr>
            <a:lvl2pPr algn="l">
              <a:defRPr sz="3300" b="1">
                <a:solidFill>
                  <a:srgbClr val="271C25"/>
                </a:solidFill>
                <a:latin typeface="Arial"/>
                <a:ea typeface="Arial"/>
                <a:cs typeface="Arial"/>
              </a:defRPr>
            </a:lvl2pPr>
            <a:lvl3pPr algn="l">
              <a:defRPr sz="3300" b="1">
                <a:solidFill>
                  <a:srgbClr val="271C25"/>
                </a:solidFill>
                <a:latin typeface="Arial"/>
                <a:ea typeface="Arial"/>
                <a:cs typeface="Arial"/>
              </a:defRPr>
            </a:lvl3pPr>
            <a:lvl4pPr algn="l">
              <a:defRPr sz="3300" b="1">
                <a:solidFill>
                  <a:srgbClr val="271C25"/>
                </a:solidFill>
                <a:latin typeface="Arial"/>
                <a:ea typeface="Arial"/>
                <a:cs typeface="Arial"/>
              </a:defRPr>
            </a:lvl4pPr>
            <a:lvl5pPr algn="l">
              <a:defRPr sz="3300" b="1">
                <a:solidFill>
                  <a:srgbClr val="271C25"/>
                </a:solidFill>
                <a:latin typeface="Arial"/>
                <a:ea typeface="Arial"/>
                <a:cs typeface="Arial"/>
              </a:defRPr>
            </a:lvl5pPr>
            <a:lvl6pPr algn="l">
              <a:defRPr sz="3300" b="1">
                <a:solidFill>
                  <a:srgbClr val="271C25"/>
                </a:solidFill>
                <a:latin typeface="Arial"/>
                <a:ea typeface="Arial"/>
                <a:cs typeface="Arial"/>
              </a:defRPr>
            </a:lvl6pPr>
            <a:lvl7pPr algn="l">
              <a:defRPr sz="3300" b="1">
                <a:solidFill>
                  <a:srgbClr val="271C25"/>
                </a:solidFill>
                <a:latin typeface="Arial"/>
                <a:ea typeface="Arial"/>
                <a:cs typeface="Arial"/>
              </a:defRPr>
            </a:lvl7pPr>
            <a:lvl8pPr algn="l">
              <a:defRPr sz="3300" b="1">
                <a:solidFill>
                  <a:srgbClr val="271C25"/>
                </a:solidFill>
                <a:latin typeface="Arial"/>
                <a:ea typeface="Arial"/>
                <a:cs typeface="Arial"/>
              </a:defRPr>
            </a:lvl8pPr>
            <a:lvl9pPr algn="l">
              <a:defRPr sz="3300" b="1">
                <a:solidFill>
                  <a:srgbClr val="271C25"/>
                </a:solidFill>
                <a:latin typeface="Arial"/>
                <a:ea typeface="Arial"/>
                <a:cs typeface="Arial"/>
              </a:defRPr>
            </a:lvl9pPr>
          </a:lstStyle>
          <a:p>
            <a:pPr algn="l">
              <a:defRPr sz="3300" b="1">
                <a:solidFill>
                  <a:srgbClr val="271C25"/>
                </a:solidFill>
                <a:latin typeface="Arial"/>
                <a:ea typeface="Arial"/>
                <a:cs typeface="Arial"/>
              </a:defRPr>
            </a:pPr>
            <a:r>
              <a:rPr sz="3300" b="1">
                <a:solidFill>
                  <a:srgbClr val="271C25"/>
                </a:solidFill>
                <a:latin typeface="Arial"/>
                <a:ea typeface="Arial"/>
                <a:cs typeface="Arial"/>
              </a:rPr>
              <a:t>More interaction before designing your proposal</a:t>
            </a:r>
          </a:p>
        </p:txBody>
      </p:sp>
      <p:sp>
        <p:nvSpPr>
          <p:cNvPr id="2" name="text-12">
            <a:extLst>
              <a:ext uri="{FF2B5EF4-FFF2-40B4-BE49-F238E27FC236}">
                <a16:creationId xmlns:a16="http://schemas.microsoft.com/office/drawing/2014/main" id="{9C431A1D-1851-46CC-97CC-4B59DAA20519}"/>
              </a:ext>
            </a:extLst>
          </p:cNvPr>
          <p:cNvSpPr>
            <a:spLocks noGrp="1"/>
          </p:cNvSpPr>
          <p:nvPr/>
        </p:nvSpPr>
        <p:spPr>
          <a:xfrm>
            <a:off x="11125200" y="6353175"/>
            <a:ext cx="381000" cy="238125"/>
          </a:xfrm>
          <a:prstGeom prst="rect">
            <a:avLst/>
          </a:prstGeom>
          <a:noFill/>
          <a:ln w="0">
            <a:noFill/>
          </a:ln>
        </p:spPr>
        <p:txBody>
          <a:bodyPr wrap="square" lIns="0" tIns="0" rIns="0" bIns="0" anchor="t">
            <a:noAutofit/>
          </a:bodyPr>
          <a:lstStyle>
            <a:defPPr algn="r">
              <a:defRPr sz="1275" b="0">
                <a:solidFill>
                  <a:srgbClr val="786772"/>
                </a:solidFill>
                <a:latin typeface="Arial"/>
                <a:ea typeface="Arial"/>
                <a:cs typeface="Arial"/>
              </a:defRPr>
            </a:defPPr>
            <a:lvl1pPr algn="r">
              <a:defRPr sz="1275" b="0">
                <a:solidFill>
                  <a:srgbClr val="786772"/>
                </a:solidFill>
                <a:latin typeface="Arial"/>
                <a:ea typeface="Arial"/>
                <a:cs typeface="Arial"/>
              </a:defRPr>
            </a:lvl1pPr>
            <a:lvl2pPr algn="r">
              <a:defRPr sz="1275" b="0">
                <a:solidFill>
                  <a:srgbClr val="786772"/>
                </a:solidFill>
                <a:latin typeface="Arial"/>
                <a:ea typeface="Arial"/>
                <a:cs typeface="Arial"/>
              </a:defRPr>
            </a:lvl2pPr>
            <a:lvl3pPr algn="r">
              <a:defRPr sz="1275" b="0">
                <a:solidFill>
                  <a:srgbClr val="786772"/>
                </a:solidFill>
                <a:latin typeface="Arial"/>
                <a:ea typeface="Arial"/>
                <a:cs typeface="Arial"/>
              </a:defRPr>
            </a:lvl3pPr>
            <a:lvl4pPr algn="r">
              <a:defRPr sz="1275" b="0">
                <a:solidFill>
                  <a:srgbClr val="786772"/>
                </a:solidFill>
                <a:latin typeface="Arial"/>
                <a:ea typeface="Arial"/>
                <a:cs typeface="Arial"/>
              </a:defRPr>
            </a:lvl4pPr>
            <a:lvl5pPr algn="r">
              <a:defRPr sz="1275" b="0">
                <a:solidFill>
                  <a:srgbClr val="786772"/>
                </a:solidFill>
                <a:latin typeface="Arial"/>
                <a:ea typeface="Arial"/>
                <a:cs typeface="Arial"/>
              </a:defRPr>
            </a:lvl5pPr>
            <a:lvl6pPr algn="r">
              <a:defRPr sz="1275" b="0">
                <a:solidFill>
                  <a:srgbClr val="786772"/>
                </a:solidFill>
                <a:latin typeface="Arial"/>
                <a:ea typeface="Arial"/>
                <a:cs typeface="Arial"/>
              </a:defRPr>
            </a:lvl6pPr>
            <a:lvl7pPr algn="r">
              <a:defRPr sz="1275" b="0">
                <a:solidFill>
                  <a:srgbClr val="786772"/>
                </a:solidFill>
                <a:latin typeface="Arial"/>
                <a:ea typeface="Arial"/>
                <a:cs typeface="Arial"/>
              </a:defRPr>
            </a:lvl7pPr>
            <a:lvl8pPr algn="r">
              <a:defRPr sz="1275" b="0">
                <a:solidFill>
                  <a:srgbClr val="786772"/>
                </a:solidFill>
                <a:latin typeface="Arial"/>
                <a:ea typeface="Arial"/>
                <a:cs typeface="Arial"/>
              </a:defRPr>
            </a:lvl8pPr>
            <a:lvl9pPr algn="r">
              <a:defRPr sz="1275" b="0">
                <a:solidFill>
                  <a:srgbClr val="786772"/>
                </a:solidFill>
                <a:latin typeface="Arial"/>
                <a:ea typeface="Arial"/>
                <a:cs typeface="Arial"/>
              </a:defRPr>
            </a:lvl9pPr>
          </a:lstStyle>
          <a:p>
            <a:pPr algn="r">
              <a:defRPr sz="1275" b="0">
                <a:solidFill>
                  <a:srgbClr val="786772"/>
                </a:solidFill>
                <a:latin typeface="Arial"/>
                <a:ea typeface="Arial"/>
                <a:cs typeface="Arial"/>
              </a:defRPr>
            </a:pPr>
            <a:r>
              <a:rPr sz="1275" b="0">
                <a:solidFill>
                  <a:srgbClr val="786772"/>
                </a:solidFill>
                <a:latin typeface="Arial"/>
                <a:ea typeface="Arial"/>
                <a:cs typeface="Arial"/>
              </a:rPr>
              <a:t>03</a:t>
            </a:r>
          </a:p>
        </p:txBody>
      </p:sp>
      <p:sp>
        <p:nvSpPr>
          <p:cNvPr id="3" name="text-13">
            <a:extLst>
              <a:ext uri="{FF2B5EF4-FFF2-40B4-BE49-F238E27FC236}">
                <a16:creationId xmlns:a16="http://schemas.microsoft.com/office/drawing/2014/main" id="{BCB7C82D-B4DB-47CE-AF1A-0B519F90CC7F}"/>
              </a:ext>
            </a:extLst>
          </p:cNvPr>
          <p:cNvSpPr>
            <a:spLocks noGrp="1"/>
          </p:cNvSpPr>
          <p:nvPr/>
        </p:nvSpPr>
        <p:spPr>
          <a:xfrm>
            <a:off x="704850" y="1752600"/>
            <a:ext cx="10648950" cy="1381125"/>
          </a:xfrm>
          <a:prstGeom prst="rect">
            <a:avLst/>
          </a:prstGeom>
          <a:noFill/>
          <a:ln w="0">
            <a:noFill/>
          </a:ln>
        </p:spPr>
        <p:txBody>
          <a:bodyPr wrap="square" lIns="0" tIns="0" rIns="0" bIns="0" anchor="t">
            <a:noAutofit/>
          </a:bodyPr>
          <a:lstStyle>
            <a:defPPr algn="l">
              <a:defRPr sz="2250" b="0">
                <a:solidFill>
                  <a:srgbClr val="271C25"/>
                </a:solidFill>
                <a:latin typeface="Arial"/>
                <a:ea typeface="Arial"/>
                <a:cs typeface="Arial"/>
              </a:defRPr>
            </a:defPPr>
            <a:lvl1pPr algn="l">
              <a:defRPr sz="2250" b="0">
                <a:solidFill>
                  <a:srgbClr val="271C25"/>
                </a:solidFill>
                <a:latin typeface="Arial"/>
                <a:ea typeface="Arial"/>
                <a:cs typeface="Arial"/>
              </a:defRPr>
            </a:lvl1pPr>
            <a:lvl2pPr algn="l">
              <a:defRPr sz="2250" b="0">
                <a:solidFill>
                  <a:srgbClr val="271C25"/>
                </a:solidFill>
                <a:latin typeface="Arial"/>
                <a:ea typeface="Arial"/>
                <a:cs typeface="Arial"/>
              </a:defRPr>
            </a:lvl2pPr>
            <a:lvl3pPr algn="l">
              <a:defRPr sz="2250" b="0">
                <a:solidFill>
                  <a:srgbClr val="271C25"/>
                </a:solidFill>
                <a:latin typeface="Arial"/>
                <a:ea typeface="Arial"/>
                <a:cs typeface="Arial"/>
              </a:defRPr>
            </a:lvl3pPr>
            <a:lvl4pPr algn="l">
              <a:defRPr sz="2250" b="0">
                <a:solidFill>
                  <a:srgbClr val="271C25"/>
                </a:solidFill>
                <a:latin typeface="Arial"/>
                <a:ea typeface="Arial"/>
                <a:cs typeface="Arial"/>
              </a:defRPr>
            </a:lvl4pPr>
            <a:lvl5pPr algn="l">
              <a:defRPr sz="2250" b="0">
                <a:solidFill>
                  <a:srgbClr val="271C25"/>
                </a:solidFill>
                <a:latin typeface="Arial"/>
                <a:ea typeface="Arial"/>
                <a:cs typeface="Arial"/>
              </a:defRPr>
            </a:lvl5pPr>
            <a:lvl6pPr algn="l">
              <a:defRPr sz="2250" b="0">
                <a:solidFill>
                  <a:srgbClr val="271C25"/>
                </a:solidFill>
                <a:latin typeface="Arial"/>
                <a:ea typeface="Arial"/>
                <a:cs typeface="Arial"/>
              </a:defRPr>
            </a:lvl6pPr>
            <a:lvl7pPr algn="l">
              <a:defRPr sz="2250" b="0">
                <a:solidFill>
                  <a:srgbClr val="271C25"/>
                </a:solidFill>
                <a:latin typeface="Arial"/>
                <a:ea typeface="Arial"/>
                <a:cs typeface="Arial"/>
              </a:defRPr>
            </a:lvl7pPr>
            <a:lvl8pPr algn="l">
              <a:defRPr sz="2250" b="0">
                <a:solidFill>
                  <a:srgbClr val="271C25"/>
                </a:solidFill>
                <a:latin typeface="Arial"/>
                <a:ea typeface="Arial"/>
                <a:cs typeface="Arial"/>
              </a:defRPr>
            </a:lvl8pPr>
            <a:lvl9pPr algn="l">
              <a:defRPr sz="2250" b="0">
                <a:solidFill>
                  <a:srgbClr val="271C25"/>
                </a:solidFill>
                <a:latin typeface="Arial"/>
                <a:ea typeface="Arial"/>
                <a:cs typeface="Arial"/>
              </a:defRPr>
            </a:lvl9pPr>
          </a:lstStyle>
          <a:p>
            <a:pPr algn="l">
              <a:defRPr sz="2250" b="0">
                <a:solidFill>
                  <a:srgbClr val="271C25"/>
                </a:solidFill>
                <a:latin typeface="Arial"/>
                <a:ea typeface="Arial"/>
                <a:cs typeface="Arial"/>
              </a:defRPr>
            </a:pPr>
            <a:r>
              <a:rPr sz="2250" b="0">
                <a:solidFill>
                  <a:srgbClr val="271C25"/>
                </a:solidFill>
                <a:latin typeface="Arial"/>
                <a:ea typeface="Arial"/>
                <a:cs typeface="Arial"/>
              </a:rPr>
              <a:t>Although AI-generated code itself may not necessarily hinder learning, developing your own competence requires more than just interacting with AI. You also need to be able to explain the implementation and predict the behavior.</a:t>
            </a:r>
          </a:p>
        </p:txBody>
      </p:sp>
      <p:sp>
        <p:nvSpPr>
          <p:cNvPr id="4" name="text-14">
            <a:extLst>
              <a:ext uri="{FF2B5EF4-FFF2-40B4-BE49-F238E27FC236}">
                <a16:creationId xmlns:a16="http://schemas.microsoft.com/office/drawing/2014/main" id="{A68370DB-A216-40C7-93F5-AE8500758B16}"/>
              </a:ext>
            </a:extLst>
          </p:cNvPr>
          <p:cNvSpPr>
            <a:spLocks noGrp="1"/>
          </p:cNvSpPr>
          <p:nvPr/>
        </p:nvSpPr>
        <p:spPr>
          <a:xfrm>
            <a:off x="704850" y="3543300"/>
            <a:ext cx="3714750" cy="295275"/>
          </a:xfrm>
          <a:prstGeom prst="rect">
            <a:avLst/>
          </a:prstGeom>
          <a:noFill/>
          <a:ln w="0">
            <a:noFill/>
          </a:ln>
        </p:spPr>
        <p:txBody>
          <a:bodyPr wrap="square" lIns="0" tIns="0" rIns="0" bIns="0" anchor="t">
            <a:noAutofit/>
          </a:bodyPr>
          <a:lstStyle>
            <a:defPPr algn="l">
              <a:defRPr sz="1650" b="1">
                <a:solidFill>
                  <a:srgbClr val="A60042"/>
                </a:solidFill>
                <a:latin typeface="Consolas"/>
                <a:ea typeface="Consolas"/>
                <a:cs typeface="Consolas"/>
              </a:defRPr>
            </a:defPPr>
            <a:lvl1pPr algn="l">
              <a:defRPr sz="1650" b="1">
                <a:solidFill>
                  <a:srgbClr val="A60042"/>
                </a:solidFill>
                <a:latin typeface="Consolas"/>
                <a:ea typeface="Consolas"/>
                <a:cs typeface="Consolas"/>
              </a:defRPr>
            </a:lvl1pPr>
            <a:lvl2pPr algn="l">
              <a:defRPr sz="1650" b="1">
                <a:solidFill>
                  <a:srgbClr val="A60042"/>
                </a:solidFill>
                <a:latin typeface="Consolas"/>
                <a:ea typeface="Consolas"/>
                <a:cs typeface="Consolas"/>
              </a:defRPr>
            </a:lvl2pPr>
            <a:lvl3pPr algn="l">
              <a:defRPr sz="1650" b="1">
                <a:solidFill>
                  <a:srgbClr val="A60042"/>
                </a:solidFill>
                <a:latin typeface="Consolas"/>
                <a:ea typeface="Consolas"/>
                <a:cs typeface="Consolas"/>
              </a:defRPr>
            </a:lvl3pPr>
            <a:lvl4pPr algn="l">
              <a:defRPr sz="1650" b="1">
                <a:solidFill>
                  <a:srgbClr val="A60042"/>
                </a:solidFill>
                <a:latin typeface="Consolas"/>
                <a:ea typeface="Consolas"/>
                <a:cs typeface="Consolas"/>
              </a:defRPr>
            </a:lvl4pPr>
            <a:lvl5pPr algn="l">
              <a:defRPr sz="1650" b="1">
                <a:solidFill>
                  <a:srgbClr val="A60042"/>
                </a:solidFill>
                <a:latin typeface="Consolas"/>
                <a:ea typeface="Consolas"/>
                <a:cs typeface="Consolas"/>
              </a:defRPr>
            </a:lvl5pPr>
            <a:lvl6pPr algn="l">
              <a:defRPr sz="1650" b="1">
                <a:solidFill>
                  <a:srgbClr val="A60042"/>
                </a:solidFill>
                <a:latin typeface="Consolas"/>
                <a:ea typeface="Consolas"/>
                <a:cs typeface="Consolas"/>
              </a:defRPr>
            </a:lvl6pPr>
            <a:lvl7pPr algn="l">
              <a:defRPr sz="1650" b="1">
                <a:solidFill>
                  <a:srgbClr val="A60042"/>
                </a:solidFill>
                <a:latin typeface="Consolas"/>
                <a:ea typeface="Consolas"/>
                <a:cs typeface="Consolas"/>
              </a:defRPr>
            </a:lvl7pPr>
            <a:lvl8pPr algn="l">
              <a:defRPr sz="1650" b="1">
                <a:solidFill>
                  <a:srgbClr val="A60042"/>
                </a:solidFill>
                <a:latin typeface="Consolas"/>
                <a:ea typeface="Consolas"/>
                <a:cs typeface="Consolas"/>
              </a:defRPr>
            </a:lvl8pPr>
            <a:lvl9pPr algn="l">
              <a:defRPr sz="1650" b="1">
                <a:solidFill>
                  <a:srgbClr val="A60042"/>
                </a:solidFill>
                <a:latin typeface="Consolas"/>
                <a:ea typeface="Consolas"/>
                <a:cs typeface="Consolas"/>
              </a:defRPr>
            </a:lvl9pPr>
          </a:lstStyle>
          <a:p>
            <a:pPr algn="l">
              <a:defRPr sz="1650" b="1">
                <a:solidFill>
                  <a:srgbClr val="A60042"/>
                </a:solidFill>
                <a:latin typeface="Consolas"/>
                <a:ea typeface="Consolas"/>
                <a:cs typeface="Consolas"/>
              </a:defRPr>
            </a:pPr>
            <a:r>
              <a:rPr sz="1650" b="1">
                <a:solidFill>
                  <a:srgbClr val="A60042"/>
                </a:solidFill>
                <a:latin typeface="Consolas"/>
                <a:ea typeface="Consolas"/>
                <a:cs typeface="Consolas"/>
              </a:rPr>
              <a:t>SCIENCE-BOT</a:t>
            </a:r>
          </a:p>
        </p:txBody>
      </p:sp>
      <p:sp>
        <p:nvSpPr>
          <p:cNvPr id="5" name="text-15">
            <a:extLst>
              <a:ext uri="{FF2B5EF4-FFF2-40B4-BE49-F238E27FC236}">
                <a16:creationId xmlns:a16="http://schemas.microsoft.com/office/drawing/2014/main" id="{21E509A1-BD6C-4FCB-9655-7654EC150B04}"/>
              </a:ext>
            </a:extLst>
          </p:cNvPr>
          <p:cNvSpPr>
            <a:spLocks noGrp="1"/>
          </p:cNvSpPr>
          <p:nvPr/>
        </p:nvSpPr>
        <p:spPr>
          <a:xfrm>
            <a:off x="704850" y="4038600"/>
            <a:ext cx="5353050" cy="1104900"/>
          </a:xfrm>
          <a:prstGeom prst="rect">
            <a:avLst/>
          </a:prstGeom>
          <a:noFill/>
          <a:ln w="0">
            <a:noFill/>
          </a:ln>
        </p:spPr>
        <p:txBody>
          <a:bodyPr wrap="square" lIns="0" tIns="0" rIns="0" bIns="0" anchor="t">
            <a:noAutofit/>
          </a:bodyPr>
          <a:lstStyle>
            <a:defPPr algn="l">
              <a:defRPr sz="2925" b="1">
                <a:solidFill>
                  <a:srgbClr val="271C25"/>
                </a:solidFill>
                <a:latin typeface="Arial"/>
                <a:ea typeface="Arial"/>
                <a:cs typeface="Arial"/>
              </a:defRPr>
            </a:defPPr>
            <a:lvl1pPr algn="l">
              <a:defRPr sz="2925" b="1">
                <a:solidFill>
                  <a:srgbClr val="271C25"/>
                </a:solidFill>
                <a:latin typeface="Arial"/>
                <a:ea typeface="Arial"/>
                <a:cs typeface="Arial"/>
              </a:defRPr>
            </a:lvl1pPr>
            <a:lvl2pPr algn="l">
              <a:defRPr sz="2925" b="1">
                <a:solidFill>
                  <a:srgbClr val="271C25"/>
                </a:solidFill>
                <a:latin typeface="Arial"/>
                <a:ea typeface="Arial"/>
                <a:cs typeface="Arial"/>
              </a:defRPr>
            </a:lvl2pPr>
            <a:lvl3pPr algn="l">
              <a:defRPr sz="2925" b="1">
                <a:solidFill>
                  <a:srgbClr val="271C25"/>
                </a:solidFill>
                <a:latin typeface="Arial"/>
                <a:ea typeface="Arial"/>
                <a:cs typeface="Arial"/>
              </a:defRPr>
            </a:lvl3pPr>
            <a:lvl4pPr algn="l">
              <a:defRPr sz="2925" b="1">
                <a:solidFill>
                  <a:srgbClr val="271C25"/>
                </a:solidFill>
                <a:latin typeface="Arial"/>
                <a:ea typeface="Arial"/>
                <a:cs typeface="Arial"/>
              </a:defRPr>
            </a:lvl4pPr>
            <a:lvl5pPr algn="l">
              <a:defRPr sz="2925" b="1">
                <a:solidFill>
                  <a:srgbClr val="271C25"/>
                </a:solidFill>
                <a:latin typeface="Arial"/>
                <a:ea typeface="Arial"/>
                <a:cs typeface="Arial"/>
              </a:defRPr>
            </a:lvl5pPr>
            <a:lvl6pPr algn="l">
              <a:defRPr sz="2925" b="1">
                <a:solidFill>
                  <a:srgbClr val="271C25"/>
                </a:solidFill>
                <a:latin typeface="Arial"/>
                <a:ea typeface="Arial"/>
                <a:cs typeface="Arial"/>
              </a:defRPr>
            </a:lvl6pPr>
            <a:lvl7pPr algn="l">
              <a:defRPr sz="2925" b="1">
                <a:solidFill>
                  <a:srgbClr val="271C25"/>
                </a:solidFill>
                <a:latin typeface="Arial"/>
                <a:ea typeface="Arial"/>
                <a:cs typeface="Arial"/>
              </a:defRPr>
            </a:lvl7pPr>
            <a:lvl8pPr algn="l">
              <a:defRPr sz="2925" b="1">
                <a:solidFill>
                  <a:srgbClr val="271C25"/>
                </a:solidFill>
                <a:latin typeface="Arial"/>
                <a:ea typeface="Arial"/>
                <a:cs typeface="Arial"/>
              </a:defRPr>
            </a:lvl8pPr>
            <a:lvl9pPr algn="l">
              <a:defRPr sz="2925" b="1">
                <a:solidFill>
                  <a:srgbClr val="271C25"/>
                </a:solidFill>
                <a:latin typeface="Arial"/>
                <a:ea typeface="Arial"/>
                <a:cs typeface="Arial"/>
              </a:defRPr>
            </a:lvl9pPr>
          </a:lstStyle>
          <a:p>
            <a:pPr algn="l">
              <a:defRPr sz="2925" b="1">
                <a:solidFill>
                  <a:srgbClr val="271C25"/>
                </a:solidFill>
                <a:latin typeface="Arial"/>
                <a:ea typeface="Arial"/>
                <a:cs typeface="Arial"/>
              </a:defRPr>
            </a:pPr>
            <a:r>
              <a:rPr sz="2925" b="1">
                <a:solidFill>
                  <a:srgbClr val="271C25"/>
                </a:solidFill>
                <a:latin typeface="Arial"/>
                <a:ea typeface="Arial"/>
                <a:cs typeface="Arial"/>
              </a:rPr>
              <a:t>A conversation that makes</a:t>
            </a:r>
          </a:p>
          <a:p>
            <a:pPr algn="l">
              <a:defRPr sz="2925" b="1">
                <a:solidFill>
                  <a:srgbClr val="271C25"/>
                </a:solidFill>
                <a:latin typeface="Arial"/>
                <a:ea typeface="Arial"/>
                <a:cs typeface="Arial"/>
              </a:defRPr>
            </a:pPr>
            <a:r>
              <a:rPr sz="2925" b="1">
                <a:solidFill>
                  <a:srgbClr val="271C25"/>
                </a:solidFill>
                <a:latin typeface="Arial"/>
                <a:ea typeface="Arial"/>
                <a:cs typeface="Arial"/>
              </a:rPr>
              <a:t>research choices explicit</a:t>
            </a:r>
          </a:p>
        </p:txBody>
      </p:sp>
      <p:sp>
        <p:nvSpPr>
          <p:cNvPr id="6" name="text-16">
            <a:extLst>
              <a:ext uri="{FF2B5EF4-FFF2-40B4-BE49-F238E27FC236}">
                <a16:creationId xmlns:a16="http://schemas.microsoft.com/office/drawing/2014/main" id="{7450DF7D-F989-4220-84C3-C64308F8CD73}"/>
              </a:ext>
            </a:extLst>
          </p:cNvPr>
          <p:cNvSpPr>
            <a:spLocks noGrp="1"/>
          </p:cNvSpPr>
          <p:nvPr/>
        </p:nvSpPr>
        <p:spPr>
          <a:xfrm>
            <a:off x="6934200" y="3600450"/>
            <a:ext cx="4514850" cy="847725"/>
          </a:xfrm>
          <a:prstGeom prst="rect">
            <a:avLst/>
          </a:prstGeom>
          <a:noFill/>
          <a:ln w="0">
            <a:noFill/>
          </a:ln>
        </p:spPr>
        <p:txBody>
          <a:bodyPr wrap="square" lIns="0" tIns="0" rIns="0" bIns="0" anchor="t">
            <a:noAutofit/>
          </a:bodyPr>
          <a:lstStyle>
            <a:defPPr algn="l">
              <a:defRPr sz="2025" b="1">
                <a:solidFill>
                  <a:srgbClr val="271C25"/>
                </a:solidFill>
                <a:latin typeface="Arial"/>
                <a:ea typeface="Arial"/>
                <a:cs typeface="Arial"/>
              </a:defRPr>
            </a:defPPr>
            <a:lvl1pPr algn="l">
              <a:defRPr sz="2025" b="1">
                <a:solidFill>
                  <a:srgbClr val="271C25"/>
                </a:solidFill>
                <a:latin typeface="Arial"/>
                <a:ea typeface="Arial"/>
                <a:cs typeface="Arial"/>
              </a:defRPr>
            </a:lvl1pPr>
            <a:lvl2pPr algn="l">
              <a:defRPr sz="2025" b="1">
                <a:solidFill>
                  <a:srgbClr val="271C25"/>
                </a:solidFill>
                <a:latin typeface="Arial"/>
                <a:ea typeface="Arial"/>
                <a:cs typeface="Arial"/>
              </a:defRPr>
            </a:lvl2pPr>
            <a:lvl3pPr algn="l">
              <a:defRPr sz="2025" b="1">
                <a:solidFill>
                  <a:srgbClr val="271C25"/>
                </a:solidFill>
                <a:latin typeface="Arial"/>
                <a:ea typeface="Arial"/>
                <a:cs typeface="Arial"/>
              </a:defRPr>
            </a:lvl3pPr>
            <a:lvl4pPr algn="l">
              <a:defRPr sz="2025" b="1">
                <a:solidFill>
                  <a:srgbClr val="271C25"/>
                </a:solidFill>
                <a:latin typeface="Arial"/>
                <a:ea typeface="Arial"/>
                <a:cs typeface="Arial"/>
              </a:defRPr>
            </a:lvl4pPr>
            <a:lvl5pPr algn="l">
              <a:defRPr sz="2025" b="1">
                <a:solidFill>
                  <a:srgbClr val="271C25"/>
                </a:solidFill>
                <a:latin typeface="Arial"/>
                <a:ea typeface="Arial"/>
                <a:cs typeface="Arial"/>
              </a:defRPr>
            </a:lvl5pPr>
            <a:lvl6pPr algn="l">
              <a:defRPr sz="2025" b="1">
                <a:solidFill>
                  <a:srgbClr val="271C25"/>
                </a:solidFill>
                <a:latin typeface="Arial"/>
                <a:ea typeface="Arial"/>
                <a:cs typeface="Arial"/>
              </a:defRPr>
            </a:lvl6pPr>
            <a:lvl7pPr algn="l">
              <a:defRPr sz="2025" b="1">
                <a:solidFill>
                  <a:srgbClr val="271C25"/>
                </a:solidFill>
                <a:latin typeface="Arial"/>
                <a:ea typeface="Arial"/>
                <a:cs typeface="Arial"/>
              </a:defRPr>
            </a:lvl7pPr>
            <a:lvl8pPr algn="l">
              <a:defRPr sz="2025" b="1">
                <a:solidFill>
                  <a:srgbClr val="271C25"/>
                </a:solidFill>
                <a:latin typeface="Arial"/>
                <a:ea typeface="Arial"/>
                <a:cs typeface="Arial"/>
              </a:defRPr>
            </a:lvl8pPr>
            <a:lvl9pPr algn="l">
              <a:defRPr sz="2025" b="1">
                <a:solidFill>
                  <a:srgbClr val="271C25"/>
                </a:solidFill>
                <a:latin typeface="Arial"/>
                <a:ea typeface="Arial"/>
                <a:cs typeface="Arial"/>
              </a:defRPr>
            </a:lvl9pPr>
          </a:lstStyle>
          <a:p>
            <a:pPr algn="l">
              <a:defRPr sz="2025" b="1">
                <a:solidFill>
                  <a:srgbClr val="271C25"/>
                </a:solidFill>
                <a:latin typeface="Arial"/>
                <a:ea typeface="Arial"/>
                <a:cs typeface="Arial"/>
              </a:defRPr>
            </a:pPr>
            <a:r>
              <a:rPr sz="2025" b="1">
                <a:solidFill>
                  <a:srgbClr val="271C25"/>
                </a:solidFill>
                <a:latin typeface="Arial"/>
                <a:ea typeface="Arial"/>
                <a:cs typeface="Arial"/>
              </a:rPr>
              <a:t>For graduate researchers, supervisors and interdisciplinary teams.</a:t>
            </a:r>
          </a:p>
        </p:txBody>
      </p:sp>
      <p:sp>
        <p:nvSpPr>
          <p:cNvPr id="7" name="text-17">
            <a:extLst>
              <a:ext uri="{FF2B5EF4-FFF2-40B4-BE49-F238E27FC236}">
                <a16:creationId xmlns:a16="http://schemas.microsoft.com/office/drawing/2014/main" id="{171B9906-57D9-471A-9912-EC44039D4459}"/>
              </a:ext>
            </a:extLst>
          </p:cNvPr>
          <p:cNvSpPr>
            <a:spLocks noGrp="1"/>
          </p:cNvSpPr>
          <p:nvPr/>
        </p:nvSpPr>
        <p:spPr>
          <a:xfrm>
            <a:off x="6934200" y="4695825"/>
            <a:ext cx="4514850" cy="1066800"/>
          </a:xfrm>
          <a:prstGeom prst="rect">
            <a:avLst/>
          </a:prstGeom>
          <a:noFill/>
          <a:ln w="0">
            <a:noFill/>
          </a:ln>
        </p:spPr>
        <p:txBody>
          <a:bodyPr wrap="square" lIns="0" tIns="0" rIns="0" bIns="0" anchor="t">
            <a:noAutofit/>
          </a:bodyPr>
          <a:lstStyle>
            <a:defPPr algn="l">
              <a:defRPr sz="1875" b="0">
                <a:solidFill>
                  <a:srgbClr val="786772"/>
                </a:solidFill>
                <a:latin typeface="Arial"/>
                <a:ea typeface="Arial"/>
                <a:cs typeface="Arial"/>
              </a:defRPr>
            </a:defPPr>
            <a:lvl1pPr algn="l">
              <a:defRPr sz="1875" b="0">
                <a:solidFill>
                  <a:srgbClr val="786772"/>
                </a:solidFill>
                <a:latin typeface="Arial"/>
                <a:ea typeface="Arial"/>
                <a:cs typeface="Arial"/>
              </a:defRPr>
            </a:lvl1pPr>
            <a:lvl2pPr algn="l">
              <a:defRPr sz="1875" b="0">
                <a:solidFill>
                  <a:srgbClr val="786772"/>
                </a:solidFill>
                <a:latin typeface="Arial"/>
                <a:ea typeface="Arial"/>
                <a:cs typeface="Arial"/>
              </a:defRPr>
            </a:lvl2pPr>
            <a:lvl3pPr algn="l">
              <a:defRPr sz="1875" b="0">
                <a:solidFill>
                  <a:srgbClr val="786772"/>
                </a:solidFill>
                <a:latin typeface="Arial"/>
                <a:ea typeface="Arial"/>
                <a:cs typeface="Arial"/>
              </a:defRPr>
            </a:lvl3pPr>
            <a:lvl4pPr algn="l">
              <a:defRPr sz="1875" b="0">
                <a:solidFill>
                  <a:srgbClr val="786772"/>
                </a:solidFill>
                <a:latin typeface="Arial"/>
                <a:ea typeface="Arial"/>
                <a:cs typeface="Arial"/>
              </a:defRPr>
            </a:lvl4pPr>
            <a:lvl5pPr algn="l">
              <a:defRPr sz="1875" b="0">
                <a:solidFill>
                  <a:srgbClr val="786772"/>
                </a:solidFill>
                <a:latin typeface="Arial"/>
                <a:ea typeface="Arial"/>
                <a:cs typeface="Arial"/>
              </a:defRPr>
            </a:lvl5pPr>
            <a:lvl6pPr algn="l">
              <a:defRPr sz="1875" b="0">
                <a:solidFill>
                  <a:srgbClr val="786772"/>
                </a:solidFill>
                <a:latin typeface="Arial"/>
                <a:ea typeface="Arial"/>
                <a:cs typeface="Arial"/>
              </a:defRPr>
            </a:lvl6pPr>
            <a:lvl7pPr algn="l">
              <a:defRPr sz="1875" b="0">
                <a:solidFill>
                  <a:srgbClr val="786772"/>
                </a:solidFill>
                <a:latin typeface="Arial"/>
                <a:ea typeface="Arial"/>
                <a:cs typeface="Arial"/>
              </a:defRPr>
            </a:lvl7pPr>
            <a:lvl8pPr algn="l">
              <a:defRPr sz="1875" b="0">
                <a:solidFill>
                  <a:srgbClr val="786772"/>
                </a:solidFill>
                <a:latin typeface="Arial"/>
                <a:ea typeface="Arial"/>
                <a:cs typeface="Arial"/>
              </a:defRPr>
            </a:lvl8pPr>
            <a:lvl9pPr algn="l">
              <a:defRPr sz="1875" b="0">
                <a:solidFill>
                  <a:srgbClr val="786772"/>
                </a:solidFill>
                <a:latin typeface="Arial"/>
                <a:ea typeface="Arial"/>
                <a:cs typeface="Arial"/>
              </a:defRPr>
            </a:lvl9pPr>
          </a:lstStyle>
          <a:p>
            <a:pPr algn="l">
              <a:defRPr sz="1875" b="0">
                <a:solidFill>
                  <a:srgbClr val="786772"/>
                </a:solidFill>
                <a:latin typeface="Arial"/>
                <a:ea typeface="Arial"/>
                <a:cs typeface="Arial"/>
              </a:defRPr>
            </a:pPr>
            <a:r>
              <a:rPr sz="1875" b="0">
                <a:solidFill>
                  <a:srgbClr val="786772"/>
                </a:solidFill>
                <a:latin typeface="Arial"/>
                <a:ea typeface="Arial"/>
                <a:cs typeface="Arial"/>
              </a:rPr>
              <a:t>Clarify goals, preserve unknowns and connect selected paper evidence to a reviewable experimental plan.</a:t>
            </a:r>
          </a:p>
        </p:txBody>
      </p:sp>
      <p:sp>
        <p:nvSpPr>
          <p:cNvPr id="8" name="text-18">
            <a:extLst>
              <a:ext uri="{FF2B5EF4-FFF2-40B4-BE49-F238E27FC236}">
                <a16:creationId xmlns:a16="http://schemas.microsoft.com/office/drawing/2014/main" id="{3DD9D89C-43EC-49A0-920F-FFB75F7F9DA0}"/>
              </a:ext>
            </a:extLst>
          </p:cNvPr>
          <p:cNvSpPr>
            <a:spLocks noGrp="1"/>
          </p:cNvSpPr>
          <p:nvPr/>
        </p:nvSpPr>
        <p:spPr>
          <a:xfrm>
            <a:off x="685800" y="6172200"/>
            <a:ext cx="10134600" cy="457200"/>
          </a:xfrm>
          <a:prstGeom prst="rect">
            <a:avLst/>
          </a:prstGeom>
          <a:noFill/>
          <a:ln w="0">
            <a:noFill/>
          </a:ln>
        </p:spPr>
        <p:txBody>
          <a:bodyPr wrap="square" lIns="0" tIns="0" rIns="0" bIns="0" anchor="t">
            <a:noAutofit/>
          </a:bodyPr>
          <a:lstStyle>
            <a:defPPr algn="l">
              <a:defRPr sz="1200" b="0">
                <a:solidFill>
                  <a:srgbClr val="786772"/>
                </a:solidFill>
                <a:latin typeface="Arial"/>
                <a:ea typeface="Arial"/>
                <a:cs typeface="Arial"/>
              </a:defRPr>
            </a:defPPr>
            <a:lvl1pPr algn="l">
              <a:defRPr sz="1200" b="0">
                <a:solidFill>
                  <a:srgbClr val="786772"/>
                </a:solidFill>
                <a:latin typeface="Arial"/>
                <a:ea typeface="Arial"/>
                <a:cs typeface="Arial"/>
              </a:defRPr>
            </a:lvl1pPr>
            <a:lvl2pPr algn="l">
              <a:defRPr sz="1200" b="0">
                <a:solidFill>
                  <a:srgbClr val="786772"/>
                </a:solidFill>
                <a:latin typeface="Arial"/>
                <a:ea typeface="Arial"/>
                <a:cs typeface="Arial"/>
              </a:defRPr>
            </a:lvl2pPr>
            <a:lvl3pPr algn="l">
              <a:defRPr sz="1200" b="0">
                <a:solidFill>
                  <a:srgbClr val="786772"/>
                </a:solidFill>
                <a:latin typeface="Arial"/>
                <a:ea typeface="Arial"/>
                <a:cs typeface="Arial"/>
              </a:defRPr>
            </a:lvl3pPr>
            <a:lvl4pPr algn="l">
              <a:defRPr sz="1200" b="0">
                <a:solidFill>
                  <a:srgbClr val="786772"/>
                </a:solidFill>
                <a:latin typeface="Arial"/>
                <a:ea typeface="Arial"/>
                <a:cs typeface="Arial"/>
              </a:defRPr>
            </a:lvl4pPr>
            <a:lvl5pPr algn="l">
              <a:defRPr sz="1200" b="0">
                <a:solidFill>
                  <a:srgbClr val="786772"/>
                </a:solidFill>
                <a:latin typeface="Arial"/>
                <a:ea typeface="Arial"/>
                <a:cs typeface="Arial"/>
              </a:defRPr>
            </a:lvl5pPr>
            <a:lvl6pPr algn="l">
              <a:defRPr sz="1200" b="0">
                <a:solidFill>
                  <a:srgbClr val="786772"/>
                </a:solidFill>
                <a:latin typeface="Arial"/>
                <a:ea typeface="Arial"/>
                <a:cs typeface="Arial"/>
              </a:defRPr>
            </a:lvl6pPr>
            <a:lvl7pPr algn="l">
              <a:defRPr sz="1200" b="0">
                <a:solidFill>
                  <a:srgbClr val="786772"/>
                </a:solidFill>
                <a:latin typeface="Arial"/>
                <a:ea typeface="Arial"/>
                <a:cs typeface="Arial"/>
              </a:defRPr>
            </a:lvl7pPr>
            <a:lvl8pPr algn="l">
              <a:defRPr sz="1200" b="0">
                <a:solidFill>
                  <a:srgbClr val="786772"/>
                </a:solidFill>
                <a:latin typeface="Arial"/>
                <a:ea typeface="Arial"/>
                <a:cs typeface="Arial"/>
              </a:defRPr>
            </a:lvl8pPr>
            <a:lvl9pPr algn="l">
              <a:defRPr sz="1200" b="0">
                <a:solidFill>
                  <a:srgbClr val="786772"/>
                </a:solidFill>
                <a:latin typeface="Arial"/>
                <a:ea typeface="Arial"/>
                <a:cs typeface="Arial"/>
              </a:defRPr>
            </a:lvl9pPr>
          </a:lstStyle>
          <a:p>
            <a:pPr algn="l">
              <a:defRPr sz="1200" b="0">
                <a:solidFill>
                  <a:srgbClr val="786772"/>
                </a:solidFill>
                <a:latin typeface="Arial"/>
                <a:ea typeface="Arial"/>
                <a:cs typeface="Arial"/>
              </a:defRPr>
            </a:pPr>
            <a:r>
              <a:rPr sz="1200" b="0">
                <a:solidFill>
                  <a:srgbClr val="786772"/>
                </a:solidFill>
                <a:latin typeface="Arial"/>
                <a:ea typeface="Arial"/>
                <a:cs typeface="Arial"/>
              </a:rPr>
              <a:t>Use cases: model comparison, paper replication and constrained pilot studies. Expected value: clearer decisions and less planning rework.</a:t>
            </a:r>
          </a:p>
        </p:txBody>
      </p:sp>
    </p:spTree>
    <p:extLst>
      <p:ext uri="{BB962C8B-B14F-4D97-AF65-F5344CB8AC3E}">
        <p14:creationId xmlns:p14="http://schemas.microsoft.com/office/powerpoint/2010/main" val="2139212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8FA"/>
        </a:solidFill>
        <a:effectLst/>
      </p:bgPr>
    </p:bg>
    <p:spTree>
      <p:nvGrpSpPr>
        <p:cNvPr id="1" name=""/>
        <p:cNvGrpSpPr/>
        <p:nvPr/>
      </p:nvGrpSpPr>
      <p:grpSpPr>
        <a:xfrm>
          <a:off x="0" y="0"/>
          <a:ext cx="0" cy="0"/>
          <a:chOff x="0" y="0"/>
          <a:chExt cx="0" cy="0"/>
        </a:xfrm>
      </p:grpSpPr>
      <p:sp>
        <p:nvSpPr>
          <p:cNvPr id="9" name="slide-4-title">
            <a:extLst>
              <a:ext uri="{FF2B5EF4-FFF2-40B4-BE49-F238E27FC236}">
                <a16:creationId xmlns:a16="http://schemas.microsoft.com/office/drawing/2014/main" id="{131D7A57-F6A3-4F9C-B0BC-41C53D6AEA39}"/>
              </a:ext>
            </a:extLst>
          </p:cNvPr>
          <p:cNvSpPr>
            <a:spLocks noGrp="1"/>
          </p:cNvSpPr>
          <p:nvPr/>
        </p:nvSpPr>
        <p:spPr>
          <a:xfrm>
            <a:off x="685800" y="514350"/>
            <a:ext cx="10820400" cy="1066800"/>
          </a:xfrm>
          <a:prstGeom prst="rect">
            <a:avLst/>
          </a:prstGeom>
          <a:noFill/>
          <a:ln w="0">
            <a:noFill/>
          </a:ln>
        </p:spPr>
        <p:txBody>
          <a:bodyPr wrap="square" lIns="0" tIns="0" rIns="0" bIns="0" anchor="t">
            <a:noAutofit/>
          </a:bodyPr>
          <a:lstStyle>
            <a:defPPr algn="l">
              <a:defRPr sz="3300" b="1">
                <a:solidFill>
                  <a:srgbClr val="271C25"/>
                </a:solidFill>
                <a:latin typeface="Arial"/>
                <a:ea typeface="Arial"/>
                <a:cs typeface="Arial"/>
              </a:defRPr>
            </a:defPPr>
            <a:lvl1pPr algn="l">
              <a:defRPr sz="3300" b="1">
                <a:solidFill>
                  <a:srgbClr val="271C25"/>
                </a:solidFill>
                <a:latin typeface="Arial"/>
                <a:ea typeface="Arial"/>
                <a:cs typeface="Arial"/>
              </a:defRPr>
            </a:lvl1pPr>
            <a:lvl2pPr algn="l">
              <a:defRPr sz="3300" b="1">
                <a:solidFill>
                  <a:srgbClr val="271C25"/>
                </a:solidFill>
                <a:latin typeface="Arial"/>
                <a:ea typeface="Arial"/>
                <a:cs typeface="Arial"/>
              </a:defRPr>
            </a:lvl2pPr>
            <a:lvl3pPr algn="l">
              <a:defRPr sz="3300" b="1">
                <a:solidFill>
                  <a:srgbClr val="271C25"/>
                </a:solidFill>
                <a:latin typeface="Arial"/>
                <a:ea typeface="Arial"/>
                <a:cs typeface="Arial"/>
              </a:defRPr>
            </a:lvl3pPr>
            <a:lvl4pPr algn="l">
              <a:defRPr sz="3300" b="1">
                <a:solidFill>
                  <a:srgbClr val="271C25"/>
                </a:solidFill>
                <a:latin typeface="Arial"/>
                <a:ea typeface="Arial"/>
                <a:cs typeface="Arial"/>
              </a:defRPr>
            </a:lvl4pPr>
            <a:lvl5pPr algn="l">
              <a:defRPr sz="3300" b="1">
                <a:solidFill>
                  <a:srgbClr val="271C25"/>
                </a:solidFill>
                <a:latin typeface="Arial"/>
                <a:ea typeface="Arial"/>
                <a:cs typeface="Arial"/>
              </a:defRPr>
            </a:lvl5pPr>
            <a:lvl6pPr algn="l">
              <a:defRPr sz="3300" b="1">
                <a:solidFill>
                  <a:srgbClr val="271C25"/>
                </a:solidFill>
                <a:latin typeface="Arial"/>
                <a:ea typeface="Arial"/>
                <a:cs typeface="Arial"/>
              </a:defRPr>
            </a:lvl6pPr>
            <a:lvl7pPr algn="l">
              <a:defRPr sz="3300" b="1">
                <a:solidFill>
                  <a:srgbClr val="271C25"/>
                </a:solidFill>
                <a:latin typeface="Arial"/>
                <a:ea typeface="Arial"/>
                <a:cs typeface="Arial"/>
              </a:defRPr>
            </a:lvl7pPr>
            <a:lvl8pPr algn="l">
              <a:defRPr sz="3300" b="1">
                <a:solidFill>
                  <a:srgbClr val="271C25"/>
                </a:solidFill>
                <a:latin typeface="Arial"/>
                <a:ea typeface="Arial"/>
                <a:cs typeface="Arial"/>
              </a:defRPr>
            </a:lvl8pPr>
            <a:lvl9pPr algn="l">
              <a:defRPr sz="3300" b="1">
                <a:solidFill>
                  <a:srgbClr val="271C25"/>
                </a:solidFill>
                <a:latin typeface="Arial"/>
                <a:ea typeface="Arial"/>
                <a:cs typeface="Arial"/>
              </a:defRPr>
            </a:lvl9pPr>
          </a:lstStyle>
          <a:p>
            <a:pPr algn="l">
              <a:defRPr sz="3300" b="1">
                <a:solidFill>
                  <a:srgbClr val="271C25"/>
                </a:solidFill>
                <a:latin typeface="Arial"/>
                <a:ea typeface="Arial"/>
                <a:cs typeface="Arial"/>
              </a:defRPr>
            </a:pPr>
            <a:r>
              <a:rPr sz="3300" b="1">
                <a:solidFill>
                  <a:srgbClr val="271C25"/>
                </a:solidFill>
                <a:latin typeface="Arial"/>
                <a:ea typeface="Arial"/>
                <a:cs typeface="Arial"/>
              </a:rPr>
              <a:t>Research behind Science-Bot</a:t>
            </a:r>
          </a:p>
        </p:txBody>
      </p:sp>
      <p:sp>
        <p:nvSpPr>
          <p:cNvPr id="2" name="text-19">
            <a:extLst>
              <a:ext uri="{FF2B5EF4-FFF2-40B4-BE49-F238E27FC236}">
                <a16:creationId xmlns:a16="http://schemas.microsoft.com/office/drawing/2014/main" id="{20F21E47-D0C5-471C-9E89-6C4BAB8292F8}"/>
              </a:ext>
            </a:extLst>
          </p:cNvPr>
          <p:cNvSpPr>
            <a:spLocks noGrp="1"/>
          </p:cNvSpPr>
          <p:nvPr/>
        </p:nvSpPr>
        <p:spPr>
          <a:xfrm>
            <a:off x="11125200" y="6353175"/>
            <a:ext cx="381000" cy="238125"/>
          </a:xfrm>
          <a:prstGeom prst="rect">
            <a:avLst/>
          </a:prstGeom>
          <a:noFill/>
          <a:ln w="0">
            <a:noFill/>
          </a:ln>
        </p:spPr>
        <p:txBody>
          <a:bodyPr wrap="square" lIns="0" tIns="0" rIns="0" bIns="0" anchor="t">
            <a:noAutofit/>
          </a:bodyPr>
          <a:lstStyle>
            <a:defPPr algn="r">
              <a:defRPr sz="1275" b="0">
                <a:solidFill>
                  <a:srgbClr val="786772"/>
                </a:solidFill>
                <a:latin typeface="Arial"/>
                <a:ea typeface="Arial"/>
                <a:cs typeface="Arial"/>
              </a:defRPr>
            </a:defPPr>
            <a:lvl1pPr algn="r">
              <a:defRPr sz="1275" b="0">
                <a:solidFill>
                  <a:srgbClr val="786772"/>
                </a:solidFill>
                <a:latin typeface="Arial"/>
                <a:ea typeface="Arial"/>
                <a:cs typeface="Arial"/>
              </a:defRPr>
            </a:lvl1pPr>
            <a:lvl2pPr algn="r">
              <a:defRPr sz="1275" b="0">
                <a:solidFill>
                  <a:srgbClr val="786772"/>
                </a:solidFill>
                <a:latin typeface="Arial"/>
                <a:ea typeface="Arial"/>
                <a:cs typeface="Arial"/>
              </a:defRPr>
            </a:lvl2pPr>
            <a:lvl3pPr algn="r">
              <a:defRPr sz="1275" b="0">
                <a:solidFill>
                  <a:srgbClr val="786772"/>
                </a:solidFill>
                <a:latin typeface="Arial"/>
                <a:ea typeface="Arial"/>
                <a:cs typeface="Arial"/>
              </a:defRPr>
            </a:lvl3pPr>
            <a:lvl4pPr algn="r">
              <a:defRPr sz="1275" b="0">
                <a:solidFill>
                  <a:srgbClr val="786772"/>
                </a:solidFill>
                <a:latin typeface="Arial"/>
                <a:ea typeface="Arial"/>
                <a:cs typeface="Arial"/>
              </a:defRPr>
            </a:lvl4pPr>
            <a:lvl5pPr algn="r">
              <a:defRPr sz="1275" b="0">
                <a:solidFill>
                  <a:srgbClr val="786772"/>
                </a:solidFill>
                <a:latin typeface="Arial"/>
                <a:ea typeface="Arial"/>
                <a:cs typeface="Arial"/>
              </a:defRPr>
            </a:lvl5pPr>
            <a:lvl6pPr algn="r">
              <a:defRPr sz="1275" b="0">
                <a:solidFill>
                  <a:srgbClr val="786772"/>
                </a:solidFill>
                <a:latin typeface="Arial"/>
                <a:ea typeface="Arial"/>
                <a:cs typeface="Arial"/>
              </a:defRPr>
            </a:lvl6pPr>
            <a:lvl7pPr algn="r">
              <a:defRPr sz="1275" b="0">
                <a:solidFill>
                  <a:srgbClr val="786772"/>
                </a:solidFill>
                <a:latin typeface="Arial"/>
                <a:ea typeface="Arial"/>
                <a:cs typeface="Arial"/>
              </a:defRPr>
            </a:lvl7pPr>
            <a:lvl8pPr algn="r">
              <a:defRPr sz="1275" b="0">
                <a:solidFill>
                  <a:srgbClr val="786772"/>
                </a:solidFill>
                <a:latin typeface="Arial"/>
                <a:ea typeface="Arial"/>
                <a:cs typeface="Arial"/>
              </a:defRPr>
            </a:lvl8pPr>
            <a:lvl9pPr algn="r">
              <a:defRPr sz="1275" b="0">
                <a:solidFill>
                  <a:srgbClr val="786772"/>
                </a:solidFill>
                <a:latin typeface="Arial"/>
                <a:ea typeface="Arial"/>
                <a:cs typeface="Arial"/>
              </a:defRPr>
            </a:lvl9pPr>
          </a:lstStyle>
          <a:p>
            <a:pPr algn="r">
              <a:defRPr sz="1275" b="0">
                <a:solidFill>
                  <a:srgbClr val="786772"/>
                </a:solidFill>
                <a:latin typeface="Arial"/>
                <a:ea typeface="Arial"/>
                <a:cs typeface="Arial"/>
              </a:defRPr>
            </a:pPr>
            <a:r>
              <a:rPr sz="1275" b="0">
                <a:solidFill>
                  <a:srgbClr val="786772"/>
                </a:solidFill>
                <a:latin typeface="Arial"/>
                <a:ea typeface="Arial"/>
                <a:cs typeface="Arial"/>
              </a:rPr>
              <a:t>04</a:t>
            </a:r>
          </a:p>
        </p:txBody>
      </p:sp>
      <p:sp>
        <p:nvSpPr>
          <p:cNvPr id="3" name="text-20">
            <a:extLst>
              <a:ext uri="{FF2B5EF4-FFF2-40B4-BE49-F238E27FC236}">
                <a16:creationId xmlns:a16="http://schemas.microsoft.com/office/drawing/2014/main" id="{E3F8A757-D8CA-47A0-B72B-8904E29876FC}"/>
              </a:ext>
            </a:extLst>
          </p:cNvPr>
          <p:cNvSpPr>
            <a:spLocks noGrp="1"/>
          </p:cNvSpPr>
          <p:nvPr/>
        </p:nvSpPr>
        <p:spPr>
          <a:xfrm>
            <a:off x="704850" y="1600200"/>
            <a:ext cx="6858000" cy="619125"/>
          </a:xfrm>
          <a:prstGeom prst="rect">
            <a:avLst/>
          </a:prstGeom>
          <a:noFill/>
          <a:ln w="0">
            <a:noFill/>
          </a:ln>
        </p:spPr>
        <p:txBody>
          <a:bodyPr wrap="square" lIns="0" tIns="0" rIns="0" bIns="0" anchor="t">
            <a:noAutofit/>
          </a:bodyPr>
          <a:lstStyle>
            <a:defPPr algn="l">
              <a:defRPr sz="2100" b="1">
                <a:solidFill>
                  <a:srgbClr val="A60042"/>
                </a:solidFill>
                <a:latin typeface="Arial"/>
                <a:ea typeface="Arial"/>
                <a:cs typeface="Arial"/>
              </a:defRPr>
            </a:defPPr>
            <a:lvl1pPr algn="l">
              <a:defRPr sz="2100" b="1">
                <a:solidFill>
                  <a:srgbClr val="A60042"/>
                </a:solidFill>
                <a:latin typeface="Arial"/>
                <a:ea typeface="Arial"/>
                <a:cs typeface="Arial"/>
              </a:defRPr>
            </a:lvl1pPr>
            <a:lvl2pPr algn="l">
              <a:defRPr sz="2100" b="1">
                <a:solidFill>
                  <a:srgbClr val="A60042"/>
                </a:solidFill>
                <a:latin typeface="Arial"/>
                <a:ea typeface="Arial"/>
                <a:cs typeface="Arial"/>
              </a:defRPr>
            </a:lvl2pPr>
            <a:lvl3pPr algn="l">
              <a:defRPr sz="2100" b="1">
                <a:solidFill>
                  <a:srgbClr val="A60042"/>
                </a:solidFill>
                <a:latin typeface="Arial"/>
                <a:ea typeface="Arial"/>
                <a:cs typeface="Arial"/>
              </a:defRPr>
            </a:lvl3pPr>
            <a:lvl4pPr algn="l">
              <a:defRPr sz="2100" b="1">
                <a:solidFill>
                  <a:srgbClr val="A60042"/>
                </a:solidFill>
                <a:latin typeface="Arial"/>
                <a:ea typeface="Arial"/>
                <a:cs typeface="Arial"/>
              </a:defRPr>
            </a:lvl4pPr>
            <a:lvl5pPr algn="l">
              <a:defRPr sz="2100" b="1">
                <a:solidFill>
                  <a:srgbClr val="A60042"/>
                </a:solidFill>
                <a:latin typeface="Arial"/>
                <a:ea typeface="Arial"/>
                <a:cs typeface="Arial"/>
              </a:defRPr>
            </a:lvl5pPr>
            <a:lvl6pPr algn="l">
              <a:defRPr sz="2100" b="1">
                <a:solidFill>
                  <a:srgbClr val="A60042"/>
                </a:solidFill>
                <a:latin typeface="Arial"/>
                <a:ea typeface="Arial"/>
                <a:cs typeface="Arial"/>
              </a:defRPr>
            </a:lvl6pPr>
            <a:lvl7pPr algn="l">
              <a:defRPr sz="2100" b="1">
                <a:solidFill>
                  <a:srgbClr val="A60042"/>
                </a:solidFill>
                <a:latin typeface="Arial"/>
                <a:ea typeface="Arial"/>
                <a:cs typeface="Arial"/>
              </a:defRPr>
            </a:lvl7pPr>
            <a:lvl8pPr algn="l">
              <a:defRPr sz="2100" b="1">
                <a:solidFill>
                  <a:srgbClr val="A60042"/>
                </a:solidFill>
                <a:latin typeface="Arial"/>
                <a:ea typeface="Arial"/>
                <a:cs typeface="Arial"/>
              </a:defRPr>
            </a:lvl8pPr>
            <a:lvl9pPr algn="l">
              <a:defRPr sz="2100" b="1">
                <a:solidFill>
                  <a:srgbClr val="A60042"/>
                </a:solidFill>
                <a:latin typeface="Arial"/>
                <a:ea typeface="Arial"/>
                <a:cs typeface="Arial"/>
              </a:defRPr>
            </a:lvl9pPr>
          </a:lstStyle>
          <a:p>
            <a:pPr algn="l">
              <a:defRPr sz="2100" b="1">
                <a:solidFill>
                  <a:srgbClr val="A60042"/>
                </a:solidFill>
                <a:latin typeface="Arial"/>
                <a:ea typeface="Arial"/>
                <a:cs typeface="Arial"/>
              </a:defRPr>
            </a:pPr>
            <a:r>
              <a:rPr sz="2100" b="1">
                <a:solidFill>
                  <a:srgbClr val="A60042"/>
                </a:solidFill>
                <a:latin typeface="Arial"/>
                <a:ea typeface="Arial"/>
                <a:cs typeface="Arial"/>
              </a:rPr>
              <a:t>LangGraph provides the orchestration structure</a:t>
            </a:r>
          </a:p>
        </p:txBody>
      </p:sp>
      <p:graphicFrame>
        <p:nvGraphicFramePr>
          <p:cNvPr id="4" name="表格 3">
            <a:extLst>
              <a:ext uri="{FF2B5EF4-FFF2-40B4-BE49-F238E27FC236}">
                <a16:creationId xmlns:a16="http://schemas.microsoft.com/office/drawing/2014/main" id="{3B1D4FF3-B3CE-4587-A1CC-FAE26302E45D}"/>
              </a:ext>
            </a:extLst>
          </p:cNvPr>
          <p:cNvGraphicFramePr/>
          <p:nvPr/>
        </p:nvGraphicFramePr>
        <p:xfrm>
          <a:off x="704850" y="2419350"/>
          <a:ext cx="6972300" cy="3067050"/>
        </p:xfrm>
        <a:graphic>
          <a:graphicData uri="http://schemas.openxmlformats.org/drawingml/2006/table">
            <a:tbl>
              <a:tblPr/>
              <a:tblGrid>
                <a:gridCol w="1762125">
                  <a:extLst>
                    <a:ext uri="{9D8B030D-6E8A-4147-A177-3AD203B41FA5}">
                      <a16:colId xmlns:a16="http://schemas.microsoft.com/office/drawing/2014/main" val="20000"/>
                    </a:ext>
                  </a:extLst>
                </a:gridCol>
                <a:gridCol w="5210175">
                  <a:extLst>
                    <a:ext uri="{9D8B030D-6E8A-4147-A177-3AD203B41FA5}">
                      <a16:colId xmlns:a16="http://schemas.microsoft.com/office/drawing/2014/main" val="20001"/>
                    </a:ext>
                  </a:extLst>
                </a:gridCol>
              </a:tblGrid>
              <a:tr h="438150">
                <a:tc>
                  <a:txBody>
                    <a:bodyPr/>
                    <a:lstStyle/>
                    <a:p>
                      <a:r>
                        <a:rPr sz="1500" b="1">
                          <a:solidFill>
                            <a:srgbClr val="FFFFFF"/>
                          </a:solidFill>
                          <a:latin typeface="Arial"/>
                          <a:ea typeface="Arial"/>
                          <a:cs typeface="Arial"/>
                        </a:rPr>
                        <a:t>Component</a:t>
                      </a:r>
                    </a:p>
                  </a:txBody>
                  <a:tcPr anchor="ctr">
                    <a:lnL w="5715">
                      <a:solidFill>
                        <a:srgbClr val="E5D9DF"/>
                      </a:solidFill>
                      <a:prstDash val="solid"/>
                    </a:lnL>
                    <a:lnR w="5715">
                      <a:solidFill>
                        <a:srgbClr val="E5D9DF"/>
                      </a:solidFill>
                      <a:prstDash val="solid"/>
                    </a:lnR>
                    <a:lnT w="5715">
                      <a:solidFill>
                        <a:srgbClr val="E5D9DF"/>
                      </a:solidFill>
                      <a:prstDash val="solid"/>
                    </a:lnT>
                    <a:lnB w="5715">
                      <a:solidFill>
                        <a:srgbClr val="E5D9DF"/>
                      </a:solidFill>
                      <a:prstDash val="solid"/>
                    </a:lnB>
                    <a:solidFill>
                      <a:srgbClr val="190D17"/>
                    </a:solidFill>
                  </a:tcPr>
                </a:tc>
                <a:tc>
                  <a:txBody>
                    <a:bodyPr/>
                    <a:lstStyle/>
                    <a:p>
                      <a:r>
                        <a:rPr sz="1500" b="1">
                          <a:solidFill>
                            <a:srgbClr val="FFFFFF"/>
                          </a:solidFill>
                          <a:latin typeface="Arial"/>
                          <a:ea typeface="Arial"/>
                          <a:cs typeface="Arial"/>
                        </a:rPr>
                        <a:t>Role in the planning workflow</a:t>
                      </a:r>
                    </a:p>
                  </a:txBody>
                  <a:tcPr anchor="ctr">
                    <a:lnL w="5715" cap="flat" cmpd="sng" algn="ctr">
                      <a:solidFill>
                        <a:srgbClr val="E5D9DF"/>
                      </a:solidFill>
                      <a:prstDash val="solid"/>
                      <a:round/>
                      <a:headEnd type="none" w="med" len="med"/>
                      <a:tailEnd type="none" w="med" len="med"/>
                    </a:lnL>
                    <a:lnR w="5715">
                      <a:solidFill>
                        <a:srgbClr val="E5D9DF"/>
                      </a:solidFill>
                      <a:prstDash val="solid"/>
                    </a:lnR>
                    <a:lnT w="5715">
                      <a:solidFill>
                        <a:srgbClr val="E5D9DF"/>
                      </a:solidFill>
                      <a:prstDash val="solid"/>
                    </a:lnT>
                    <a:lnB w="5715">
                      <a:solidFill>
                        <a:srgbClr val="E5D9DF"/>
                      </a:solidFill>
                      <a:prstDash val="solid"/>
                    </a:lnB>
                    <a:solidFill>
                      <a:srgbClr val="190D17"/>
                    </a:solidFill>
                  </a:tcPr>
                </a:tc>
                <a:extLst>
                  <a:ext uri="{0D108BD9-81ED-4DB2-BD59-A6C34878D82A}">
                    <a16:rowId xmlns:a16="http://schemas.microsoft.com/office/drawing/2014/main" val="10000"/>
                  </a:ext>
                </a:extLst>
              </a:tr>
              <a:tr h="628650">
                <a:tc>
                  <a:txBody>
                    <a:bodyPr/>
                    <a:lstStyle/>
                    <a:p>
                      <a:r>
                        <a:rPr sz="1725" b="1">
                          <a:solidFill>
                            <a:srgbClr val="A60042"/>
                          </a:solidFill>
                          <a:latin typeface="Arial"/>
                          <a:ea typeface="Arial"/>
                          <a:cs typeface="Arial"/>
                        </a:rPr>
                        <a:t>LangGraph</a:t>
                      </a:r>
                    </a:p>
                  </a:txBody>
                  <a:tcPr anchor="ctr">
                    <a:lnL w="5715">
                      <a:solidFill>
                        <a:srgbClr val="E5D9DF"/>
                      </a:solidFill>
                      <a:prstDash val="soli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tc>
                  <a:txBody>
                    <a:bodyPr/>
                    <a:lstStyle/>
                    <a:p>
                      <a:r>
                        <a:rPr sz="1725" b="0">
                          <a:solidFill>
                            <a:srgbClr val="271C25"/>
                          </a:solidFill>
                          <a:latin typeface="Arial"/>
                          <a:ea typeface="Arial"/>
                          <a:cs typeface="Arial"/>
                        </a:rPr>
                        <a:t>Routes the conversation and carries research state</a:t>
                      </a:r>
                    </a:p>
                  </a:txBody>
                  <a:tcPr anchor="ctr">
                    <a:lnL w="5715" cap="flat" cmpd="sng" algn="ctr">
                      <a:solidFill>
                        <a:srgbClr val="E5D9DF"/>
                      </a:solidFill>
                      <a:prstDash val="solid"/>
                      <a:round/>
                      <a:headEnd type="none" w="med" len="med"/>
                      <a:tailEnd type="none" w="med" len="me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extLst>
                  <a:ext uri="{0D108BD9-81ED-4DB2-BD59-A6C34878D82A}">
                    <a16:rowId xmlns:a16="http://schemas.microsoft.com/office/drawing/2014/main" val="10001"/>
                  </a:ext>
                </a:extLst>
              </a:tr>
              <a:tr h="628650">
                <a:tc>
                  <a:txBody>
                    <a:bodyPr/>
                    <a:lstStyle/>
                    <a:p>
                      <a:r>
                        <a:rPr sz="1725" b="1">
                          <a:solidFill>
                            <a:srgbClr val="A60042"/>
                          </a:solidFill>
                          <a:latin typeface="Arial"/>
                          <a:ea typeface="Arial"/>
                          <a:cs typeface="Arial"/>
                        </a:rPr>
                        <a:t>LLM</a:t>
                      </a:r>
                    </a:p>
                  </a:txBody>
                  <a:tcPr anchor="ctr">
                    <a:lnL w="5715">
                      <a:solidFill>
                        <a:srgbClr val="E5D9DF"/>
                      </a:solidFill>
                      <a:prstDash val="soli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tc>
                  <a:txBody>
                    <a:bodyPr/>
                    <a:lstStyle/>
                    <a:p>
                      <a:r>
                        <a:rPr sz="1725" b="0">
                          <a:solidFill>
                            <a:srgbClr val="271C25"/>
                          </a:solidFill>
                          <a:latin typeface="Arial"/>
                          <a:ea typeface="Arial"/>
                          <a:cs typeface="Arial"/>
                        </a:rPr>
                        <a:t>Proposes clarification questions and experiment drafts</a:t>
                      </a:r>
                    </a:p>
                  </a:txBody>
                  <a:tcPr anchor="ctr">
                    <a:lnL w="5715" cap="flat" cmpd="sng" algn="ctr">
                      <a:solidFill>
                        <a:srgbClr val="E5D9DF"/>
                      </a:solidFill>
                      <a:prstDash val="solid"/>
                      <a:round/>
                      <a:headEnd type="none" w="med" len="med"/>
                      <a:tailEnd type="none" w="med" len="me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extLst>
                  <a:ext uri="{0D108BD9-81ED-4DB2-BD59-A6C34878D82A}">
                    <a16:rowId xmlns:a16="http://schemas.microsoft.com/office/drawing/2014/main" val="10002"/>
                  </a:ext>
                </a:extLst>
              </a:tr>
              <a:tr h="628650">
                <a:tc>
                  <a:txBody>
                    <a:bodyPr/>
                    <a:lstStyle/>
                    <a:p>
                      <a:r>
                        <a:rPr sz="1725" b="1">
                          <a:solidFill>
                            <a:srgbClr val="A60042"/>
                          </a:solidFill>
                          <a:latin typeface="Arial"/>
                          <a:ea typeface="Arial"/>
                          <a:cs typeface="Arial"/>
                        </a:rPr>
                        <a:t>Harness</a:t>
                      </a:r>
                    </a:p>
                  </a:txBody>
                  <a:tcPr anchor="ctr">
                    <a:lnL w="5715">
                      <a:solidFill>
                        <a:srgbClr val="E5D9DF"/>
                      </a:solidFill>
                      <a:prstDash val="soli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tc>
                  <a:txBody>
                    <a:bodyPr/>
                    <a:lstStyle/>
                    <a:p>
                      <a:r>
                        <a:rPr sz="1725" b="0">
                          <a:solidFill>
                            <a:srgbClr val="271C25"/>
                          </a:solidFill>
                          <a:latin typeface="Arial"/>
                          <a:ea typeface="Arial"/>
                          <a:cs typeface="Arial"/>
                        </a:rPr>
                        <a:t>Checks sources, unknowns, budgets and content versions</a:t>
                      </a:r>
                    </a:p>
                  </a:txBody>
                  <a:tcPr anchor="ctr">
                    <a:lnL w="5715" cap="flat" cmpd="sng" algn="ctr">
                      <a:solidFill>
                        <a:srgbClr val="E5D9DF"/>
                      </a:solidFill>
                      <a:prstDash val="solid"/>
                      <a:round/>
                      <a:headEnd type="none" w="med" len="med"/>
                      <a:tailEnd type="none" w="med" len="me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extLst>
                  <a:ext uri="{0D108BD9-81ED-4DB2-BD59-A6C34878D82A}">
                    <a16:rowId xmlns:a16="http://schemas.microsoft.com/office/drawing/2014/main" val="10003"/>
                  </a:ext>
                </a:extLst>
              </a:tr>
              <a:tr h="742950">
                <a:tc>
                  <a:txBody>
                    <a:bodyPr/>
                    <a:lstStyle/>
                    <a:p>
                      <a:r>
                        <a:rPr sz="1725" b="1">
                          <a:solidFill>
                            <a:srgbClr val="A60042"/>
                          </a:solidFill>
                          <a:latin typeface="Arial"/>
                          <a:ea typeface="Arial"/>
                          <a:cs typeface="Arial"/>
                        </a:rPr>
                        <a:t>Researcher</a:t>
                      </a:r>
                    </a:p>
                  </a:txBody>
                  <a:tcPr anchor="ctr">
                    <a:lnL w="5715">
                      <a:solidFill>
                        <a:srgbClr val="E5D9DF"/>
                      </a:solidFill>
                      <a:prstDash val="soli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tc>
                  <a:txBody>
                    <a:bodyPr/>
                    <a:lstStyle/>
                    <a:p>
                      <a:r>
                        <a:rPr sz="1725" b="0">
                          <a:solidFill>
                            <a:srgbClr val="271C25"/>
                          </a:solidFill>
                          <a:latin typeface="Arial"/>
                          <a:ea typeface="Arial"/>
                          <a:cs typeface="Arial"/>
                        </a:rPr>
                        <a:t>Confirms boundaries and reviews methods and conclusions</a:t>
                      </a:r>
                    </a:p>
                  </a:txBody>
                  <a:tcPr anchor="ctr">
                    <a:lnL w="5715" cap="flat" cmpd="sng" algn="ctr">
                      <a:solidFill>
                        <a:srgbClr val="E5D9DF"/>
                      </a:solidFill>
                      <a:prstDash val="solid"/>
                      <a:round/>
                      <a:headEnd type="none" w="med" len="med"/>
                      <a:tailEnd type="none" w="med" len="me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extLst>
                  <a:ext uri="{0D108BD9-81ED-4DB2-BD59-A6C34878D82A}">
                    <a16:rowId xmlns:a16="http://schemas.microsoft.com/office/drawing/2014/main" val="10004"/>
                  </a:ext>
                </a:extLst>
              </a:tr>
            </a:tbl>
          </a:graphicData>
        </a:graphic>
      </p:graphicFrame>
      <p:sp>
        <p:nvSpPr>
          <p:cNvPr id="5" name="text-21">
            <a:extLst>
              <a:ext uri="{FF2B5EF4-FFF2-40B4-BE49-F238E27FC236}">
                <a16:creationId xmlns:a16="http://schemas.microsoft.com/office/drawing/2014/main" id="{E60035F0-6D76-4CD7-8B3E-78A7DDA0ECD0}"/>
              </a:ext>
            </a:extLst>
          </p:cNvPr>
          <p:cNvSpPr>
            <a:spLocks noGrp="1"/>
          </p:cNvSpPr>
          <p:nvPr/>
        </p:nvSpPr>
        <p:spPr>
          <a:xfrm>
            <a:off x="8172450" y="1628775"/>
            <a:ext cx="3333750" cy="819150"/>
          </a:xfrm>
          <a:prstGeom prst="rect">
            <a:avLst/>
          </a:prstGeom>
          <a:noFill/>
          <a:ln w="0">
            <a:noFill/>
          </a:ln>
        </p:spPr>
        <p:txBody>
          <a:bodyPr wrap="square" lIns="0" tIns="0" rIns="0" bIns="0" anchor="t">
            <a:noAutofit/>
          </a:bodyPr>
          <a:lstStyle>
            <a:defPPr algn="l">
              <a:defRPr sz="2325" b="1">
                <a:solidFill>
                  <a:srgbClr val="271C25"/>
                </a:solidFill>
                <a:latin typeface="Arial"/>
                <a:ea typeface="Arial"/>
                <a:cs typeface="Arial"/>
              </a:defRPr>
            </a:defPPr>
            <a:lvl1pPr algn="l">
              <a:defRPr sz="2325" b="1">
                <a:solidFill>
                  <a:srgbClr val="271C25"/>
                </a:solidFill>
                <a:latin typeface="Arial"/>
                <a:ea typeface="Arial"/>
                <a:cs typeface="Arial"/>
              </a:defRPr>
            </a:lvl1pPr>
            <a:lvl2pPr algn="l">
              <a:defRPr sz="2325" b="1">
                <a:solidFill>
                  <a:srgbClr val="271C25"/>
                </a:solidFill>
                <a:latin typeface="Arial"/>
                <a:ea typeface="Arial"/>
                <a:cs typeface="Arial"/>
              </a:defRPr>
            </a:lvl2pPr>
            <a:lvl3pPr algn="l">
              <a:defRPr sz="2325" b="1">
                <a:solidFill>
                  <a:srgbClr val="271C25"/>
                </a:solidFill>
                <a:latin typeface="Arial"/>
                <a:ea typeface="Arial"/>
                <a:cs typeface="Arial"/>
              </a:defRPr>
            </a:lvl3pPr>
            <a:lvl4pPr algn="l">
              <a:defRPr sz="2325" b="1">
                <a:solidFill>
                  <a:srgbClr val="271C25"/>
                </a:solidFill>
                <a:latin typeface="Arial"/>
                <a:ea typeface="Arial"/>
                <a:cs typeface="Arial"/>
              </a:defRPr>
            </a:lvl4pPr>
            <a:lvl5pPr algn="l">
              <a:defRPr sz="2325" b="1">
                <a:solidFill>
                  <a:srgbClr val="271C25"/>
                </a:solidFill>
                <a:latin typeface="Arial"/>
                <a:ea typeface="Arial"/>
                <a:cs typeface="Arial"/>
              </a:defRPr>
            </a:lvl5pPr>
            <a:lvl6pPr algn="l">
              <a:defRPr sz="2325" b="1">
                <a:solidFill>
                  <a:srgbClr val="271C25"/>
                </a:solidFill>
                <a:latin typeface="Arial"/>
                <a:ea typeface="Arial"/>
                <a:cs typeface="Arial"/>
              </a:defRPr>
            </a:lvl6pPr>
            <a:lvl7pPr algn="l">
              <a:defRPr sz="2325" b="1">
                <a:solidFill>
                  <a:srgbClr val="271C25"/>
                </a:solidFill>
                <a:latin typeface="Arial"/>
                <a:ea typeface="Arial"/>
                <a:cs typeface="Arial"/>
              </a:defRPr>
            </a:lvl7pPr>
            <a:lvl8pPr algn="l">
              <a:defRPr sz="2325" b="1">
                <a:solidFill>
                  <a:srgbClr val="271C25"/>
                </a:solidFill>
                <a:latin typeface="Arial"/>
                <a:ea typeface="Arial"/>
                <a:cs typeface="Arial"/>
              </a:defRPr>
            </a:lvl8pPr>
            <a:lvl9pPr algn="l">
              <a:defRPr sz="2325" b="1">
                <a:solidFill>
                  <a:srgbClr val="271C25"/>
                </a:solidFill>
                <a:latin typeface="Arial"/>
                <a:ea typeface="Arial"/>
                <a:cs typeface="Arial"/>
              </a:defRPr>
            </a:lvl9pPr>
          </a:lstStyle>
          <a:p>
            <a:pPr algn="l">
              <a:defRPr sz="2325" b="1">
                <a:solidFill>
                  <a:srgbClr val="271C25"/>
                </a:solidFill>
                <a:latin typeface="Arial"/>
                <a:ea typeface="Arial"/>
                <a:cs typeface="Arial"/>
              </a:defRPr>
            </a:pPr>
            <a:r>
              <a:rPr sz="2325" b="1">
                <a:solidFill>
                  <a:srgbClr val="271C25"/>
                </a:solidFill>
                <a:latin typeface="Arial"/>
                <a:ea typeface="Arial"/>
                <a:cs typeface="Arial"/>
              </a:rPr>
              <a:t>Reinforcement learning</a:t>
            </a:r>
          </a:p>
        </p:txBody>
      </p:sp>
      <p:sp>
        <p:nvSpPr>
          <p:cNvPr id="6" name="text-22">
            <a:extLst>
              <a:ext uri="{FF2B5EF4-FFF2-40B4-BE49-F238E27FC236}">
                <a16:creationId xmlns:a16="http://schemas.microsoft.com/office/drawing/2014/main" id="{0601CAEF-FE00-4D36-A819-FC1CCBDC73A6}"/>
              </a:ext>
            </a:extLst>
          </p:cNvPr>
          <p:cNvSpPr>
            <a:spLocks noGrp="1"/>
          </p:cNvSpPr>
          <p:nvPr/>
        </p:nvSpPr>
        <p:spPr>
          <a:xfrm>
            <a:off x="8172450" y="2647950"/>
            <a:ext cx="3276600" cy="1152525"/>
          </a:xfrm>
          <a:prstGeom prst="rect">
            <a:avLst/>
          </a:prstGeom>
          <a:noFill/>
          <a:ln w="0">
            <a:noFill/>
          </a:ln>
        </p:spPr>
        <p:txBody>
          <a:bodyPr wrap="square" lIns="0" tIns="0" rIns="0" bIns="0" anchor="t">
            <a:noAutofit/>
          </a:bodyPr>
          <a:lstStyle>
            <a:defPPr algn="l">
              <a:defRPr sz="1875" b="0">
                <a:solidFill>
                  <a:srgbClr val="786772"/>
                </a:solidFill>
                <a:latin typeface="Arial"/>
                <a:ea typeface="Arial"/>
                <a:cs typeface="Arial"/>
              </a:defRPr>
            </a:defPPr>
            <a:lvl1pPr algn="l">
              <a:defRPr sz="1875" b="0">
                <a:solidFill>
                  <a:srgbClr val="786772"/>
                </a:solidFill>
                <a:latin typeface="Arial"/>
                <a:ea typeface="Arial"/>
                <a:cs typeface="Arial"/>
              </a:defRPr>
            </a:lvl1pPr>
            <a:lvl2pPr algn="l">
              <a:defRPr sz="1875" b="0">
                <a:solidFill>
                  <a:srgbClr val="786772"/>
                </a:solidFill>
                <a:latin typeface="Arial"/>
                <a:ea typeface="Arial"/>
                <a:cs typeface="Arial"/>
              </a:defRPr>
            </a:lvl2pPr>
            <a:lvl3pPr algn="l">
              <a:defRPr sz="1875" b="0">
                <a:solidFill>
                  <a:srgbClr val="786772"/>
                </a:solidFill>
                <a:latin typeface="Arial"/>
                <a:ea typeface="Arial"/>
                <a:cs typeface="Arial"/>
              </a:defRPr>
            </a:lvl3pPr>
            <a:lvl4pPr algn="l">
              <a:defRPr sz="1875" b="0">
                <a:solidFill>
                  <a:srgbClr val="786772"/>
                </a:solidFill>
                <a:latin typeface="Arial"/>
                <a:ea typeface="Arial"/>
                <a:cs typeface="Arial"/>
              </a:defRPr>
            </a:lvl4pPr>
            <a:lvl5pPr algn="l">
              <a:defRPr sz="1875" b="0">
                <a:solidFill>
                  <a:srgbClr val="786772"/>
                </a:solidFill>
                <a:latin typeface="Arial"/>
                <a:ea typeface="Arial"/>
                <a:cs typeface="Arial"/>
              </a:defRPr>
            </a:lvl5pPr>
            <a:lvl6pPr algn="l">
              <a:defRPr sz="1875" b="0">
                <a:solidFill>
                  <a:srgbClr val="786772"/>
                </a:solidFill>
                <a:latin typeface="Arial"/>
                <a:ea typeface="Arial"/>
                <a:cs typeface="Arial"/>
              </a:defRPr>
            </a:lvl6pPr>
            <a:lvl7pPr algn="l">
              <a:defRPr sz="1875" b="0">
                <a:solidFill>
                  <a:srgbClr val="786772"/>
                </a:solidFill>
                <a:latin typeface="Arial"/>
                <a:ea typeface="Arial"/>
                <a:cs typeface="Arial"/>
              </a:defRPr>
            </a:lvl7pPr>
            <a:lvl8pPr algn="l">
              <a:defRPr sz="1875" b="0">
                <a:solidFill>
                  <a:srgbClr val="786772"/>
                </a:solidFill>
                <a:latin typeface="Arial"/>
                <a:ea typeface="Arial"/>
                <a:cs typeface="Arial"/>
              </a:defRPr>
            </a:lvl8pPr>
            <a:lvl9pPr algn="l">
              <a:defRPr sz="1875" b="0">
                <a:solidFill>
                  <a:srgbClr val="786772"/>
                </a:solidFill>
                <a:latin typeface="Arial"/>
                <a:ea typeface="Arial"/>
                <a:cs typeface="Arial"/>
              </a:defRPr>
            </a:lvl9pPr>
          </a:lstStyle>
          <a:p>
            <a:pPr algn="l">
              <a:defRPr sz="1875" b="0">
                <a:solidFill>
                  <a:srgbClr val="786772"/>
                </a:solidFill>
                <a:latin typeface="Arial"/>
                <a:ea typeface="Arial"/>
                <a:cs typeface="Arial"/>
              </a:defRPr>
            </a:pPr>
            <a:r>
              <a:rPr sz="1875" b="0" dirty="0">
                <a:solidFill>
                  <a:srgbClr val="786772"/>
                </a:solidFill>
                <a:latin typeface="Arial"/>
                <a:ea typeface="Arial"/>
                <a:cs typeface="Arial"/>
              </a:rPr>
              <a:t>Research direction: learn which clarification action to take next under a policy.</a:t>
            </a:r>
          </a:p>
        </p:txBody>
      </p:sp>
      <p:sp>
        <p:nvSpPr>
          <p:cNvPr id="7" name="text-23">
            <a:extLst>
              <a:ext uri="{FF2B5EF4-FFF2-40B4-BE49-F238E27FC236}">
                <a16:creationId xmlns:a16="http://schemas.microsoft.com/office/drawing/2014/main" id="{ED87EE6E-09F4-4F5F-AAFD-2F11247580DC}"/>
              </a:ext>
            </a:extLst>
          </p:cNvPr>
          <p:cNvSpPr>
            <a:spLocks noGrp="1"/>
          </p:cNvSpPr>
          <p:nvPr/>
        </p:nvSpPr>
        <p:spPr>
          <a:xfrm>
            <a:off x="8172450" y="3990975"/>
            <a:ext cx="3276600" cy="1304925"/>
          </a:xfrm>
          <a:prstGeom prst="rect">
            <a:avLst/>
          </a:prstGeom>
          <a:noFill/>
          <a:ln w="0">
            <a:noFill/>
          </a:ln>
        </p:spPr>
        <p:txBody>
          <a:bodyPr wrap="square" lIns="0" tIns="0" rIns="0" bIns="0" anchor="t">
            <a:noAutofit/>
          </a:bodyPr>
          <a:lstStyle>
            <a:defPPr algn="l">
              <a:defRPr sz="1875" b="0">
                <a:solidFill>
                  <a:srgbClr val="271C25"/>
                </a:solidFill>
                <a:latin typeface="Arial"/>
                <a:ea typeface="Arial"/>
                <a:cs typeface="Arial"/>
              </a:defRPr>
            </a:defPPr>
            <a:lvl1pPr algn="l">
              <a:defRPr sz="1875" b="0">
                <a:solidFill>
                  <a:srgbClr val="271C25"/>
                </a:solidFill>
                <a:latin typeface="Arial"/>
                <a:ea typeface="Arial"/>
                <a:cs typeface="Arial"/>
              </a:defRPr>
            </a:lvl1pPr>
            <a:lvl2pPr algn="l">
              <a:defRPr sz="1875" b="0">
                <a:solidFill>
                  <a:srgbClr val="271C25"/>
                </a:solidFill>
                <a:latin typeface="Arial"/>
                <a:ea typeface="Arial"/>
                <a:cs typeface="Arial"/>
              </a:defRPr>
            </a:lvl2pPr>
            <a:lvl3pPr algn="l">
              <a:defRPr sz="1875" b="0">
                <a:solidFill>
                  <a:srgbClr val="271C25"/>
                </a:solidFill>
                <a:latin typeface="Arial"/>
                <a:ea typeface="Arial"/>
                <a:cs typeface="Arial"/>
              </a:defRPr>
            </a:lvl3pPr>
            <a:lvl4pPr algn="l">
              <a:defRPr sz="1875" b="0">
                <a:solidFill>
                  <a:srgbClr val="271C25"/>
                </a:solidFill>
                <a:latin typeface="Arial"/>
                <a:ea typeface="Arial"/>
                <a:cs typeface="Arial"/>
              </a:defRPr>
            </a:lvl4pPr>
            <a:lvl5pPr algn="l">
              <a:defRPr sz="1875" b="0">
                <a:solidFill>
                  <a:srgbClr val="271C25"/>
                </a:solidFill>
                <a:latin typeface="Arial"/>
                <a:ea typeface="Arial"/>
                <a:cs typeface="Arial"/>
              </a:defRPr>
            </a:lvl5pPr>
            <a:lvl6pPr algn="l">
              <a:defRPr sz="1875" b="0">
                <a:solidFill>
                  <a:srgbClr val="271C25"/>
                </a:solidFill>
                <a:latin typeface="Arial"/>
                <a:ea typeface="Arial"/>
                <a:cs typeface="Arial"/>
              </a:defRPr>
            </a:lvl6pPr>
            <a:lvl7pPr algn="l">
              <a:defRPr sz="1875" b="0">
                <a:solidFill>
                  <a:srgbClr val="271C25"/>
                </a:solidFill>
                <a:latin typeface="Arial"/>
                <a:ea typeface="Arial"/>
                <a:cs typeface="Arial"/>
              </a:defRPr>
            </a:lvl7pPr>
            <a:lvl8pPr algn="l">
              <a:defRPr sz="1875" b="0">
                <a:solidFill>
                  <a:srgbClr val="271C25"/>
                </a:solidFill>
                <a:latin typeface="Arial"/>
                <a:ea typeface="Arial"/>
                <a:cs typeface="Arial"/>
              </a:defRPr>
            </a:lvl8pPr>
            <a:lvl9pPr algn="l">
              <a:defRPr sz="1875" b="0">
                <a:solidFill>
                  <a:srgbClr val="271C25"/>
                </a:solidFill>
                <a:latin typeface="Arial"/>
                <a:ea typeface="Arial"/>
                <a:cs typeface="Arial"/>
              </a:defRPr>
            </a:lvl9pPr>
          </a:lstStyle>
          <a:p>
            <a:pPr algn="l">
              <a:defRPr sz="1875" b="0">
                <a:solidFill>
                  <a:srgbClr val="271C25"/>
                </a:solidFill>
                <a:latin typeface="Arial"/>
                <a:ea typeface="Arial"/>
                <a:cs typeface="Arial"/>
              </a:defRPr>
            </a:pPr>
            <a:r>
              <a:rPr sz="1875" b="0">
                <a:solidFill>
                  <a:srgbClr val="271C25"/>
                </a:solidFill>
                <a:latin typeface="Arial"/>
                <a:ea typeface="Arial"/>
                <a:cs typeface="Arial"/>
              </a:rPr>
              <a:t>The policy requires researchers to clarify their thinking and research plan before final approval.</a:t>
            </a:r>
          </a:p>
        </p:txBody>
      </p:sp>
      <p:sp>
        <p:nvSpPr>
          <p:cNvPr id="8" name="text-24">
            <a:extLst>
              <a:ext uri="{FF2B5EF4-FFF2-40B4-BE49-F238E27FC236}">
                <a16:creationId xmlns:a16="http://schemas.microsoft.com/office/drawing/2014/main" id="{AC62DD51-7841-4240-9852-E33C0C120119}"/>
              </a:ext>
            </a:extLst>
          </p:cNvPr>
          <p:cNvSpPr>
            <a:spLocks noGrp="1"/>
          </p:cNvSpPr>
          <p:nvPr/>
        </p:nvSpPr>
        <p:spPr>
          <a:xfrm>
            <a:off x="685800" y="6172200"/>
            <a:ext cx="10134600" cy="457200"/>
          </a:xfrm>
          <a:prstGeom prst="rect">
            <a:avLst/>
          </a:prstGeom>
          <a:noFill/>
          <a:ln w="0">
            <a:noFill/>
          </a:ln>
        </p:spPr>
        <p:txBody>
          <a:bodyPr wrap="square" lIns="0" tIns="0" rIns="0" bIns="0" anchor="t">
            <a:noAutofit/>
          </a:bodyPr>
          <a:lstStyle>
            <a:defPPr algn="l">
              <a:defRPr sz="1200" b="0">
                <a:solidFill>
                  <a:srgbClr val="786772"/>
                </a:solidFill>
                <a:latin typeface="Arial"/>
                <a:ea typeface="Arial"/>
                <a:cs typeface="Arial"/>
              </a:defRPr>
            </a:defPPr>
            <a:lvl1pPr algn="l">
              <a:defRPr sz="1200" b="0">
                <a:solidFill>
                  <a:srgbClr val="786772"/>
                </a:solidFill>
                <a:latin typeface="Arial"/>
                <a:ea typeface="Arial"/>
                <a:cs typeface="Arial"/>
              </a:defRPr>
            </a:lvl1pPr>
            <a:lvl2pPr algn="l">
              <a:defRPr sz="1200" b="0">
                <a:solidFill>
                  <a:srgbClr val="786772"/>
                </a:solidFill>
                <a:latin typeface="Arial"/>
                <a:ea typeface="Arial"/>
                <a:cs typeface="Arial"/>
              </a:defRPr>
            </a:lvl2pPr>
            <a:lvl3pPr algn="l">
              <a:defRPr sz="1200" b="0">
                <a:solidFill>
                  <a:srgbClr val="786772"/>
                </a:solidFill>
                <a:latin typeface="Arial"/>
                <a:ea typeface="Arial"/>
                <a:cs typeface="Arial"/>
              </a:defRPr>
            </a:lvl3pPr>
            <a:lvl4pPr algn="l">
              <a:defRPr sz="1200" b="0">
                <a:solidFill>
                  <a:srgbClr val="786772"/>
                </a:solidFill>
                <a:latin typeface="Arial"/>
                <a:ea typeface="Arial"/>
                <a:cs typeface="Arial"/>
              </a:defRPr>
            </a:lvl4pPr>
            <a:lvl5pPr algn="l">
              <a:defRPr sz="1200" b="0">
                <a:solidFill>
                  <a:srgbClr val="786772"/>
                </a:solidFill>
                <a:latin typeface="Arial"/>
                <a:ea typeface="Arial"/>
                <a:cs typeface="Arial"/>
              </a:defRPr>
            </a:lvl5pPr>
            <a:lvl6pPr algn="l">
              <a:defRPr sz="1200" b="0">
                <a:solidFill>
                  <a:srgbClr val="786772"/>
                </a:solidFill>
                <a:latin typeface="Arial"/>
                <a:ea typeface="Arial"/>
                <a:cs typeface="Arial"/>
              </a:defRPr>
            </a:lvl6pPr>
            <a:lvl7pPr algn="l">
              <a:defRPr sz="1200" b="0">
                <a:solidFill>
                  <a:srgbClr val="786772"/>
                </a:solidFill>
                <a:latin typeface="Arial"/>
                <a:ea typeface="Arial"/>
                <a:cs typeface="Arial"/>
              </a:defRPr>
            </a:lvl7pPr>
            <a:lvl8pPr algn="l">
              <a:defRPr sz="1200" b="0">
                <a:solidFill>
                  <a:srgbClr val="786772"/>
                </a:solidFill>
                <a:latin typeface="Arial"/>
                <a:ea typeface="Arial"/>
                <a:cs typeface="Arial"/>
              </a:defRPr>
            </a:lvl8pPr>
            <a:lvl9pPr algn="l">
              <a:defRPr sz="1200" b="0">
                <a:solidFill>
                  <a:srgbClr val="786772"/>
                </a:solidFill>
                <a:latin typeface="Arial"/>
                <a:ea typeface="Arial"/>
                <a:cs typeface="Arial"/>
              </a:defRPr>
            </a:lvl9pPr>
          </a:lstStyle>
          <a:p>
            <a:pPr algn="l">
              <a:defRPr sz="1200" b="0">
                <a:solidFill>
                  <a:srgbClr val="786772"/>
                </a:solidFill>
                <a:latin typeface="Arial"/>
                <a:ea typeface="Arial"/>
                <a:cs typeface="Arial"/>
              </a:defRPr>
            </a:pPr>
            <a:r>
              <a:rPr sz="1200" b="0">
                <a:solidFill>
                  <a:srgbClr val="786772"/>
                </a:solidFill>
                <a:latin typeface="Arial"/>
                <a:ea typeface="Arial"/>
                <a:cs typeface="Arial"/>
              </a:rPr>
              <a:t>Current default: rule policy. Learned policies remain experimental. Early drafts can contain unknowns, while final confirmation requires review.</a:t>
            </a:r>
          </a:p>
        </p:txBody>
      </p:sp>
    </p:spTree>
    <p:extLst>
      <p:ext uri="{BB962C8B-B14F-4D97-AF65-F5344CB8AC3E}">
        <p14:creationId xmlns:p14="http://schemas.microsoft.com/office/powerpoint/2010/main" val="430370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8FA"/>
        </a:solidFill>
        <a:effectLst/>
      </p:bgPr>
    </p:bg>
    <p:spTree>
      <p:nvGrpSpPr>
        <p:cNvPr id="1" name=""/>
        <p:cNvGrpSpPr/>
        <p:nvPr/>
      </p:nvGrpSpPr>
      <p:grpSpPr>
        <a:xfrm>
          <a:off x="0" y="0"/>
          <a:ext cx="0" cy="0"/>
          <a:chOff x="0" y="0"/>
          <a:chExt cx="0" cy="0"/>
        </a:xfrm>
      </p:grpSpPr>
      <p:sp>
        <p:nvSpPr>
          <p:cNvPr id="9" name="slide-5-title">
            <a:extLst>
              <a:ext uri="{FF2B5EF4-FFF2-40B4-BE49-F238E27FC236}">
                <a16:creationId xmlns:a16="http://schemas.microsoft.com/office/drawing/2014/main" id="{1523FB9C-A5B6-4D03-B8BC-63776B1C4712}"/>
              </a:ext>
            </a:extLst>
          </p:cNvPr>
          <p:cNvSpPr>
            <a:spLocks noGrp="1"/>
          </p:cNvSpPr>
          <p:nvPr/>
        </p:nvSpPr>
        <p:spPr>
          <a:xfrm>
            <a:off x="685800" y="514350"/>
            <a:ext cx="10820400" cy="1066800"/>
          </a:xfrm>
          <a:prstGeom prst="rect">
            <a:avLst/>
          </a:prstGeom>
          <a:noFill/>
          <a:ln w="0">
            <a:noFill/>
          </a:ln>
        </p:spPr>
        <p:txBody>
          <a:bodyPr wrap="square" lIns="0" tIns="0" rIns="0" bIns="0" anchor="t">
            <a:noAutofit/>
          </a:bodyPr>
          <a:lstStyle>
            <a:defPPr algn="l">
              <a:defRPr sz="3300" b="1">
                <a:solidFill>
                  <a:srgbClr val="271C25"/>
                </a:solidFill>
                <a:latin typeface="Arial"/>
                <a:ea typeface="Arial"/>
                <a:cs typeface="Arial"/>
              </a:defRPr>
            </a:defPPr>
            <a:lvl1pPr algn="l">
              <a:defRPr sz="3300" b="1">
                <a:solidFill>
                  <a:srgbClr val="271C25"/>
                </a:solidFill>
                <a:latin typeface="Arial"/>
                <a:ea typeface="Arial"/>
                <a:cs typeface="Arial"/>
              </a:defRPr>
            </a:lvl1pPr>
            <a:lvl2pPr algn="l">
              <a:defRPr sz="3300" b="1">
                <a:solidFill>
                  <a:srgbClr val="271C25"/>
                </a:solidFill>
                <a:latin typeface="Arial"/>
                <a:ea typeface="Arial"/>
                <a:cs typeface="Arial"/>
              </a:defRPr>
            </a:lvl2pPr>
            <a:lvl3pPr algn="l">
              <a:defRPr sz="3300" b="1">
                <a:solidFill>
                  <a:srgbClr val="271C25"/>
                </a:solidFill>
                <a:latin typeface="Arial"/>
                <a:ea typeface="Arial"/>
                <a:cs typeface="Arial"/>
              </a:defRPr>
            </a:lvl3pPr>
            <a:lvl4pPr algn="l">
              <a:defRPr sz="3300" b="1">
                <a:solidFill>
                  <a:srgbClr val="271C25"/>
                </a:solidFill>
                <a:latin typeface="Arial"/>
                <a:ea typeface="Arial"/>
                <a:cs typeface="Arial"/>
              </a:defRPr>
            </a:lvl4pPr>
            <a:lvl5pPr algn="l">
              <a:defRPr sz="3300" b="1">
                <a:solidFill>
                  <a:srgbClr val="271C25"/>
                </a:solidFill>
                <a:latin typeface="Arial"/>
                <a:ea typeface="Arial"/>
                <a:cs typeface="Arial"/>
              </a:defRPr>
            </a:lvl5pPr>
            <a:lvl6pPr algn="l">
              <a:defRPr sz="3300" b="1">
                <a:solidFill>
                  <a:srgbClr val="271C25"/>
                </a:solidFill>
                <a:latin typeface="Arial"/>
                <a:ea typeface="Arial"/>
                <a:cs typeface="Arial"/>
              </a:defRPr>
            </a:lvl6pPr>
            <a:lvl7pPr algn="l">
              <a:defRPr sz="3300" b="1">
                <a:solidFill>
                  <a:srgbClr val="271C25"/>
                </a:solidFill>
                <a:latin typeface="Arial"/>
                <a:ea typeface="Arial"/>
                <a:cs typeface="Arial"/>
              </a:defRPr>
            </a:lvl7pPr>
            <a:lvl8pPr algn="l">
              <a:defRPr sz="3300" b="1">
                <a:solidFill>
                  <a:srgbClr val="271C25"/>
                </a:solidFill>
                <a:latin typeface="Arial"/>
                <a:ea typeface="Arial"/>
                <a:cs typeface="Arial"/>
              </a:defRPr>
            </a:lvl8pPr>
            <a:lvl9pPr algn="l">
              <a:defRPr sz="3300" b="1">
                <a:solidFill>
                  <a:srgbClr val="271C25"/>
                </a:solidFill>
                <a:latin typeface="Arial"/>
                <a:ea typeface="Arial"/>
                <a:cs typeface="Arial"/>
              </a:defRPr>
            </a:lvl9pPr>
          </a:lstStyle>
          <a:p>
            <a:pPr algn="l">
              <a:defRPr sz="3300" b="1">
                <a:solidFill>
                  <a:srgbClr val="271C25"/>
                </a:solidFill>
                <a:latin typeface="Arial"/>
                <a:ea typeface="Arial"/>
                <a:cs typeface="Arial"/>
              </a:defRPr>
            </a:pPr>
            <a:r>
              <a:rPr sz="3300" b="1">
                <a:solidFill>
                  <a:srgbClr val="271C25"/>
                </a:solidFill>
                <a:latin typeface="Arial"/>
                <a:ea typeface="Arial"/>
                <a:cs typeface="Arial"/>
              </a:rPr>
              <a:t>Science-Bot aims for more trustworthy planning</a:t>
            </a:r>
          </a:p>
        </p:txBody>
      </p:sp>
      <p:sp>
        <p:nvSpPr>
          <p:cNvPr id="2" name="text-25">
            <a:extLst>
              <a:ext uri="{FF2B5EF4-FFF2-40B4-BE49-F238E27FC236}">
                <a16:creationId xmlns:a16="http://schemas.microsoft.com/office/drawing/2014/main" id="{CEF3ACE2-1A0A-4116-8F7E-CC660171391B}"/>
              </a:ext>
            </a:extLst>
          </p:cNvPr>
          <p:cNvSpPr>
            <a:spLocks noGrp="1"/>
          </p:cNvSpPr>
          <p:nvPr/>
        </p:nvSpPr>
        <p:spPr>
          <a:xfrm>
            <a:off x="11125200" y="6353175"/>
            <a:ext cx="381000" cy="238125"/>
          </a:xfrm>
          <a:prstGeom prst="rect">
            <a:avLst/>
          </a:prstGeom>
          <a:noFill/>
          <a:ln w="0">
            <a:noFill/>
          </a:ln>
        </p:spPr>
        <p:txBody>
          <a:bodyPr wrap="square" lIns="0" tIns="0" rIns="0" bIns="0" anchor="t">
            <a:noAutofit/>
          </a:bodyPr>
          <a:lstStyle>
            <a:defPPr algn="r">
              <a:defRPr sz="1275" b="0">
                <a:solidFill>
                  <a:srgbClr val="786772"/>
                </a:solidFill>
                <a:latin typeface="Arial"/>
                <a:ea typeface="Arial"/>
                <a:cs typeface="Arial"/>
              </a:defRPr>
            </a:defPPr>
            <a:lvl1pPr algn="r">
              <a:defRPr sz="1275" b="0">
                <a:solidFill>
                  <a:srgbClr val="786772"/>
                </a:solidFill>
                <a:latin typeface="Arial"/>
                <a:ea typeface="Arial"/>
                <a:cs typeface="Arial"/>
              </a:defRPr>
            </a:lvl1pPr>
            <a:lvl2pPr algn="r">
              <a:defRPr sz="1275" b="0">
                <a:solidFill>
                  <a:srgbClr val="786772"/>
                </a:solidFill>
                <a:latin typeface="Arial"/>
                <a:ea typeface="Arial"/>
                <a:cs typeface="Arial"/>
              </a:defRPr>
            </a:lvl2pPr>
            <a:lvl3pPr algn="r">
              <a:defRPr sz="1275" b="0">
                <a:solidFill>
                  <a:srgbClr val="786772"/>
                </a:solidFill>
                <a:latin typeface="Arial"/>
                <a:ea typeface="Arial"/>
                <a:cs typeface="Arial"/>
              </a:defRPr>
            </a:lvl3pPr>
            <a:lvl4pPr algn="r">
              <a:defRPr sz="1275" b="0">
                <a:solidFill>
                  <a:srgbClr val="786772"/>
                </a:solidFill>
                <a:latin typeface="Arial"/>
                <a:ea typeface="Arial"/>
                <a:cs typeface="Arial"/>
              </a:defRPr>
            </a:lvl4pPr>
            <a:lvl5pPr algn="r">
              <a:defRPr sz="1275" b="0">
                <a:solidFill>
                  <a:srgbClr val="786772"/>
                </a:solidFill>
                <a:latin typeface="Arial"/>
                <a:ea typeface="Arial"/>
                <a:cs typeface="Arial"/>
              </a:defRPr>
            </a:lvl5pPr>
            <a:lvl6pPr algn="r">
              <a:defRPr sz="1275" b="0">
                <a:solidFill>
                  <a:srgbClr val="786772"/>
                </a:solidFill>
                <a:latin typeface="Arial"/>
                <a:ea typeface="Arial"/>
                <a:cs typeface="Arial"/>
              </a:defRPr>
            </a:lvl6pPr>
            <a:lvl7pPr algn="r">
              <a:defRPr sz="1275" b="0">
                <a:solidFill>
                  <a:srgbClr val="786772"/>
                </a:solidFill>
                <a:latin typeface="Arial"/>
                <a:ea typeface="Arial"/>
                <a:cs typeface="Arial"/>
              </a:defRPr>
            </a:lvl7pPr>
            <a:lvl8pPr algn="r">
              <a:defRPr sz="1275" b="0">
                <a:solidFill>
                  <a:srgbClr val="786772"/>
                </a:solidFill>
                <a:latin typeface="Arial"/>
                <a:ea typeface="Arial"/>
                <a:cs typeface="Arial"/>
              </a:defRPr>
            </a:lvl8pPr>
            <a:lvl9pPr algn="r">
              <a:defRPr sz="1275" b="0">
                <a:solidFill>
                  <a:srgbClr val="786772"/>
                </a:solidFill>
                <a:latin typeface="Arial"/>
                <a:ea typeface="Arial"/>
                <a:cs typeface="Arial"/>
              </a:defRPr>
            </a:lvl9pPr>
          </a:lstStyle>
          <a:p>
            <a:pPr algn="r">
              <a:defRPr sz="1275" b="0">
                <a:solidFill>
                  <a:srgbClr val="786772"/>
                </a:solidFill>
                <a:latin typeface="Arial"/>
                <a:ea typeface="Arial"/>
                <a:cs typeface="Arial"/>
              </a:defRPr>
            </a:pPr>
            <a:r>
              <a:rPr sz="1275" b="0">
                <a:solidFill>
                  <a:srgbClr val="786772"/>
                </a:solidFill>
                <a:latin typeface="Arial"/>
                <a:ea typeface="Arial"/>
                <a:cs typeface="Arial"/>
              </a:rPr>
              <a:t>05</a:t>
            </a:r>
          </a:p>
        </p:txBody>
      </p:sp>
      <p:sp>
        <p:nvSpPr>
          <p:cNvPr id="3" name="text-26">
            <a:extLst>
              <a:ext uri="{FF2B5EF4-FFF2-40B4-BE49-F238E27FC236}">
                <a16:creationId xmlns:a16="http://schemas.microsoft.com/office/drawing/2014/main" id="{DAD43BC9-2184-4FC7-9711-017243D57D30}"/>
              </a:ext>
            </a:extLst>
          </p:cNvPr>
          <p:cNvSpPr>
            <a:spLocks noGrp="1"/>
          </p:cNvSpPr>
          <p:nvPr/>
        </p:nvSpPr>
        <p:spPr>
          <a:xfrm>
            <a:off x="704850" y="1581150"/>
            <a:ext cx="10820400" cy="400050"/>
          </a:xfrm>
          <a:prstGeom prst="rect">
            <a:avLst/>
          </a:prstGeom>
          <a:noFill/>
          <a:ln w="0">
            <a:noFill/>
          </a:ln>
        </p:spPr>
        <p:txBody>
          <a:bodyPr wrap="square" lIns="0" tIns="0" rIns="0" bIns="0" anchor="t">
            <a:noAutofit/>
          </a:bodyPr>
          <a:lstStyle>
            <a:defPPr algn="l">
              <a:defRPr sz="2100" b="1">
                <a:solidFill>
                  <a:srgbClr val="A60042"/>
                </a:solidFill>
                <a:latin typeface="Arial"/>
                <a:ea typeface="Arial"/>
                <a:cs typeface="Arial"/>
              </a:defRPr>
            </a:defPPr>
            <a:lvl1pPr algn="l">
              <a:defRPr sz="2100" b="1">
                <a:solidFill>
                  <a:srgbClr val="A60042"/>
                </a:solidFill>
                <a:latin typeface="Arial"/>
                <a:ea typeface="Arial"/>
                <a:cs typeface="Arial"/>
              </a:defRPr>
            </a:lvl1pPr>
            <a:lvl2pPr algn="l">
              <a:defRPr sz="2100" b="1">
                <a:solidFill>
                  <a:srgbClr val="A60042"/>
                </a:solidFill>
                <a:latin typeface="Arial"/>
                <a:ea typeface="Arial"/>
                <a:cs typeface="Arial"/>
              </a:defRPr>
            </a:lvl2pPr>
            <a:lvl3pPr algn="l">
              <a:defRPr sz="2100" b="1">
                <a:solidFill>
                  <a:srgbClr val="A60042"/>
                </a:solidFill>
                <a:latin typeface="Arial"/>
                <a:ea typeface="Arial"/>
                <a:cs typeface="Arial"/>
              </a:defRPr>
            </a:lvl3pPr>
            <a:lvl4pPr algn="l">
              <a:defRPr sz="2100" b="1">
                <a:solidFill>
                  <a:srgbClr val="A60042"/>
                </a:solidFill>
                <a:latin typeface="Arial"/>
                <a:ea typeface="Arial"/>
                <a:cs typeface="Arial"/>
              </a:defRPr>
            </a:lvl4pPr>
            <a:lvl5pPr algn="l">
              <a:defRPr sz="2100" b="1">
                <a:solidFill>
                  <a:srgbClr val="A60042"/>
                </a:solidFill>
                <a:latin typeface="Arial"/>
                <a:ea typeface="Arial"/>
                <a:cs typeface="Arial"/>
              </a:defRPr>
            </a:lvl5pPr>
            <a:lvl6pPr algn="l">
              <a:defRPr sz="2100" b="1">
                <a:solidFill>
                  <a:srgbClr val="A60042"/>
                </a:solidFill>
                <a:latin typeface="Arial"/>
                <a:ea typeface="Arial"/>
                <a:cs typeface="Arial"/>
              </a:defRPr>
            </a:lvl6pPr>
            <a:lvl7pPr algn="l">
              <a:defRPr sz="2100" b="1">
                <a:solidFill>
                  <a:srgbClr val="A60042"/>
                </a:solidFill>
                <a:latin typeface="Arial"/>
                <a:ea typeface="Arial"/>
                <a:cs typeface="Arial"/>
              </a:defRPr>
            </a:lvl7pPr>
            <a:lvl8pPr algn="l">
              <a:defRPr sz="2100" b="1">
                <a:solidFill>
                  <a:srgbClr val="A60042"/>
                </a:solidFill>
                <a:latin typeface="Arial"/>
                <a:ea typeface="Arial"/>
                <a:cs typeface="Arial"/>
              </a:defRPr>
            </a:lvl8pPr>
            <a:lvl9pPr algn="l">
              <a:defRPr sz="2100" b="1">
                <a:solidFill>
                  <a:srgbClr val="A60042"/>
                </a:solidFill>
                <a:latin typeface="Arial"/>
                <a:ea typeface="Arial"/>
                <a:cs typeface="Arial"/>
              </a:defRPr>
            </a:lvl9pPr>
          </a:lstStyle>
          <a:p>
            <a:pPr algn="l">
              <a:defRPr sz="2100" b="1">
                <a:solidFill>
                  <a:srgbClr val="A60042"/>
                </a:solidFill>
                <a:latin typeface="Arial"/>
                <a:ea typeface="Arial"/>
                <a:cs typeface="Arial"/>
              </a:defRPr>
            </a:pPr>
            <a:r>
              <a:rPr sz="2100" b="1">
                <a:solidFill>
                  <a:srgbClr val="A60042"/>
                </a:solidFill>
                <a:latin typeface="Arial"/>
                <a:ea typeface="Arial"/>
                <a:cs typeface="Arial"/>
              </a:rPr>
              <a:t>The same task, made explicit through dialogue</a:t>
            </a:r>
          </a:p>
        </p:txBody>
      </p:sp>
      <p:sp>
        <p:nvSpPr>
          <p:cNvPr id="4" name="text-27">
            <a:extLst>
              <a:ext uri="{FF2B5EF4-FFF2-40B4-BE49-F238E27FC236}">
                <a16:creationId xmlns:a16="http://schemas.microsoft.com/office/drawing/2014/main" id="{50A5E46C-DC77-40E7-822F-D44DE7912FB3}"/>
              </a:ext>
            </a:extLst>
          </p:cNvPr>
          <p:cNvSpPr>
            <a:spLocks noGrp="1"/>
          </p:cNvSpPr>
          <p:nvPr/>
        </p:nvSpPr>
        <p:spPr>
          <a:xfrm>
            <a:off x="704850" y="2352675"/>
            <a:ext cx="3143250" cy="381000"/>
          </a:xfrm>
          <a:prstGeom prst="rect">
            <a:avLst/>
          </a:prstGeom>
          <a:noFill/>
          <a:ln w="0">
            <a:noFill/>
          </a:ln>
        </p:spPr>
        <p:txBody>
          <a:bodyPr wrap="square" lIns="0" tIns="0" rIns="0" bIns="0" anchor="t">
            <a:noAutofit/>
          </a:bodyPr>
          <a:lstStyle>
            <a:defPPr algn="l">
              <a:defRPr sz="2025" b="1">
                <a:solidFill>
                  <a:srgbClr val="271C25"/>
                </a:solidFill>
                <a:latin typeface="Arial"/>
                <a:ea typeface="Arial"/>
                <a:cs typeface="Arial"/>
              </a:defRPr>
            </a:defPPr>
            <a:lvl1pPr algn="l">
              <a:defRPr sz="2025" b="1">
                <a:solidFill>
                  <a:srgbClr val="271C25"/>
                </a:solidFill>
                <a:latin typeface="Arial"/>
                <a:ea typeface="Arial"/>
                <a:cs typeface="Arial"/>
              </a:defRPr>
            </a:lvl1pPr>
            <a:lvl2pPr algn="l">
              <a:defRPr sz="2025" b="1">
                <a:solidFill>
                  <a:srgbClr val="271C25"/>
                </a:solidFill>
                <a:latin typeface="Arial"/>
                <a:ea typeface="Arial"/>
                <a:cs typeface="Arial"/>
              </a:defRPr>
            </a:lvl2pPr>
            <a:lvl3pPr algn="l">
              <a:defRPr sz="2025" b="1">
                <a:solidFill>
                  <a:srgbClr val="271C25"/>
                </a:solidFill>
                <a:latin typeface="Arial"/>
                <a:ea typeface="Arial"/>
                <a:cs typeface="Arial"/>
              </a:defRPr>
            </a:lvl3pPr>
            <a:lvl4pPr algn="l">
              <a:defRPr sz="2025" b="1">
                <a:solidFill>
                  <a:srgbClr val="271C25"/>
                </a:solidFill>
                <a:latin typeface="Arial"/>
                <a:ea typeface="Arial"/>
                <a:cs typeface="Arial"/>
              </a:defRPr>
            </a:lvl4pPr>
            <a:lvl5pPr algn="l">
              <a:defRPr sz="2025" b="1">
                <a:solidFill>
                  <a:srgbClr val="271C25"/>
                </a:solidFill>
                <a:latin typeface="Arial"/>
                <a:ea typeface="Arial"/>
                <a:cs typeface="Arial"/>
              </a:defRPr>
            </a:lvl5pPr>
            <a:lvl6pPr algn="l">
              <a:defRPr sz="2025" b="1">
                <a:solidFill>
                  <a:srgbClr val="271C25"/>
                </a:solidFill>
                <a:latin typeface="Arial"/>
                <a:ea typeface="Arial"/>
                <a:cs typeface="Arial"/>
              </a:defRPr>
            </a:lvl6pPr>
            <a:lvl7pPr algn="l">
              <a:defRPr sz="2025" b="1">
                <a:solidFill>
                  <a:srgbClr val="271C25"/>
                </a:solidFill>
                <a:latin typeface="Arial"/>
                <a:ea typeface="Arial"/>
                <a:cs typeface="Arial"/>
              </a:defRPr>
            </a:lvl7pPr>
            <a:lvl8pPr algn="l">
              <a:defRPr sz="2025" b="1">
                <a:solidFill>
                  <a:srgbClr val="271C25"/>
                </a:solidFill>
                <a:latin typeface="Arial"/>
                <a:ea typeface="Arial"/>
                <a:cs typeface="Arial"/>
              </a:defRPr>
            </a:lvl8pPr>
            <a:lvl9pPr algn="l">
              <a:defRPr sz="2025" b="1">
                <a:solidFill>
                  <a:srgbClr val="271C25"/>
                </a:solidFill>
                <a:latin typeface="Arial"/>
                <a:ea typeface="Arial"/>
                <a:cs typeface="Arial"/>
              </a:defRPr>
            </a:lvl9pPr>
          </a:lstStyle>
          <a:p>
            <a:pPr algn="l">
              <a:defRPr sz="2025" b="1">
                <a:solidFill>
                  <a:srgbClr val="271C25"/>
                </a:solidFill>
                <a:latin typeface="Arial"/>
                <a:ea typeface="Arial"/>
                <a:cs typeface="Arial"/>
              </a:defRPr>
            </a:pPr>
            <a:r>
              <a:rPr lang="en-US" altLang="zh-CN" sz="2025" b="1" dirty="0">
                <a:solidFill>
                  <a:srgbClr val="271C25"/>
                </a:solidFill>
                <a:latin typeface="Arial"/>
                <a:ea typeface="Arial"/>
                <a:cs typeface="Arial"/>
              </a:rPr>
              <a:t>Sample</a:t>
            </a:r>
            <a:r>
              <a:rPr lang="en-US" altLang="zh-CN" dirty="0"/>
              <a:t>:</a:t>
            </a:r>
            <a:r>
              <a:rPr lang="zh-CN" altLang="en-US" dirty="0"/>
              <a:t> </a:t>
            </a:r>
            <a:r>
              <a:rPr sz="2025" b="1" dirty="0">
                <a:solidFill>
                  <a:srgbClr val="271C25"/>
                </a:solidFill>
                <a:latin typeface="Arial"/>
                <a:ea typeface="Arial"/>
                <a:cs typeface="Arial"/>
              </a:rPr>
              <a:t>Initial request</a:t>
            </a:r>
            <a:r>
              <a:rPr lang="en-US" sz="2025" b="1" dirty="0">
                <a:solidFill>
                  <a:srgbClr val="271C25"/>
                </a:solidFill>
                <a:latin typeface="Arial"/>
                <a:ea typeface="Arial"/>
                <a:cs typeface="Arial"/>
              </a:rPr>
              <a:t> prompt</a:t>
            </a:r>
          </a:p>
          <a:p>
            <a:pPr algn="l">
              <a:defRPr sz="2025" b="1">
                <a:solidFill>
                  <a:srgbClr val="271C25"/>
                </a:solidFill>
                <a:latin typeface="Arial"/>
                <a:ea typeface="Arial"/>
                <a:cs typeface="Arial"/>
              </a:defRPr>
            </a:pPr>
            <a:endParaRPr sz="2025" b="1" dirty="0">
              <a:solidFill>
                <a:srgbClr val="271C25"/>
              </a:solidFill>
              <a:latin typeface="Arial"/>
              <a:ea typeface="Arial"/>
              <a:cs typeface="Arial"/>
            </a:endParaRPr>
          </a:p>
        </p:txBody>
      </p:sp>
      <p:sp>
        <p:nvSpPr>
          <p:cNvPr id="5" name="text-28">
            <a:extLst>
              <a:ext uri="{FF2B5EF4-FFF2-40B4-BE49-F238E27FC236}">
                <a16:creationId xmlns:a16="http://schemas.microsoft.com/office/drawing/2014/main" id="{685726F2-E286-4BD0-9F3E-E68599015127}"/>
              </a:ext>
            </a:extLst>
          </p:cNvPr>
          <p:cNvSpPr>
            <a:spLocks noGrp="1"/>
          </p:cNvSpPr>
          <p:nvPr/>
        </p:nvSpPr>
        <p:spPr>
          <a:xfrm>
            <a:off x="704850" y="2952750"/>
            <a:ext cx="3143250" cy="1552575"/>
          </a:xfrm>
          <a:prstGeom prst="rect">
            <a:avLst/>
          </a:prstGeom>
          <a:noFill/>
          <a:ln w="0">
            <a:noFill/>
          </a:ln>
        </p:spPr>
        <p:txBody>
          <a:bodyPr wrap="square" lIns="0" tIns="0" rIns="0" bIns="0" anchor="t">
            <a:noAutofit/>
          </a:bodyPr>
          <a:lstStyle>
            <a:defPPr algn="l">
              <a:defRPr sz="2325" b="0">
                <a:solidFill>
                  <a:srgbClr val="271C25"/>
                </a:solidFill>
                <a:latin typeface="Arial"/>
                <a:ea typeface="Arial"/>
                <a:cs typeface="Arial"/>
              </a:defRPr>
            </a:defPPr>
            <a:lvl1pPr algn="l">
              <a:defRPr sz="2325" b="0">
                <a:solidFill>
                  <a:srgbClr val="271C25"/>
                </a:solidFill>
                <a:latin typeface="Arial"/>
                <a:ea typeface="Arial"/>
                <a:cs typeface="Arial"/>
              </a:defRPr>
            </a:lvl1pPr>
            <a:lvl2pPr algn="l">
              <a:defRPr sz="2325" b="0">
                <a:solidFill>
                  <a:srgbClr val="271C25"/>
                </a:solidFill>
                <a:latin typeface="Arial"/>
                <a:ea typeface="Arial"/>
                <a:cs typeface="Arial"/>
              </a:defRPr>
            </a:lvl2pPr>
            <a:lvl3pPr algn="l">
              <a:defRPr sz="2325" b="0">
                <a:solidFill>
                  <a:srgbClr val="271C25"/>
                </a:solidFill>
                <a:latin typeface="Arial"/>
                <a:ea typeface="Arial"/>
                <a:cs typeface="Arial"/>
              </a:defRPr>
            </a:lvl3pPr>
            <a:lvl4pPr algn="l">
              <a:defRPr sz="2325" b="0">
                <a:solidFill>
                  <a:srgbClr val="271C25"/>
                </a:solidFill>
                <a:latin typeface="Arial"/>
                <a:ea typeface="Arial"/>
                <a:cs typeface="Arial"/>
              </a:defRPr>
            </a:lvl4pPr>
            <a:lvl5pPr algn="l">
              <a:defRPr sz="2325" b="0">
                <a:solidFill>
                  <a:srgbClr val="271C25"/>
                </a:solidFill>
                <a:latin typeface="Arial"/>
                <a:ea typeface="Arial"/>
                <a:cs typeface="Arial"/>
              </a:defRPr>
            </a:lvl5pPr>
            <a:lvl6pPr algn="l">
              <a:defRPr sz="2325" b="0">
                <a:solidFill>
                  <a:srgbClr val="271C25"/>
                </a:solidFill>
                <a:latin typeface="Arial"/>
                <a:ea typeface="Arial"/>
                <a:cs typeface="Arial"/>
              </a:defRPr>
            </a:lvl6pPr>
            <a:lvl7pPr algn="l">
              <a:defRPr sz="2325" b="0">
                <a:solidFill>
                  <a:srgbClr val="271C25"/>
                </a:solidFill>
                <a:latin typeface="Arial"/>
                <a:ea typeface="Arial"/>
                <a:cs typeface="Arial"/>
              </a:defRPr>
            </a:lvl7pPr>
            <a:lvl8pPr algn="l">
              <a:defRPr sz="2325" b="0">
                <a:solidFill>
                  <a:srgbClr val="271C25"/>
                </a:solidFill>
                <a:latin typeface="Arial"/>
                <a:ea typeface="Arial"/>
                <a:cs typeface="Arial"/>
              </a:defRPr>
            </a:lvl8pPr>
            <a:lvl9pPr algn="l">
              <a:defRPr sz="2325" b="0">
                <a:solidFill>
                  <a:srgbClr val="271C25"/>
                </a:solidFill>
                <a:latin typeface="Arial"/>
                <a:ea typeface="Arial"/>
                <a:cs typeface="Arial"/>
              </a:defRPr>
            </a:lvl9pPr>
          </a:lstStyle>
          <a:p>
            <a:pPr algn="l">
              <a:defRPr sz="2325" b="0">
                <a:solidFill>
                  <a:srgbClr val="271C25"/>
                </a:solidFill>
                <a:latin typeface="Arial"/>
                <a:ea typeface="Arial"/>
                <a:cs typeface="Arial"/>
              </a:defRPr>
            </a:pPr>
            <a:r>
              <a:rPr lang="en-US" sz="2325" b="0" dirty="0">
                <a:solidFill>
                  <a:srgbClr val="271C25"/>
                </a:solidFill>
                <a:latin typeface="Arial"/>
                <a:ea typeface="Arial"/>
                <a:cs typeface="Arial"/>
              </a:rPr>
              <a:t>“</a:t>
            </a:r>
            <a:r>
              <a:rPr sz="2325" b="0" dirty="0">
                <a:solidFill>
                  <a:srgbClr val="271C25"/>
                </a:solidFill>
                <a:latin typeface="Arial"/>
                <a:ea typeface="Arial"/>
                <a:cs typeface="Arial"/>
              </a:rPr>
              <a:t>Compare two models on synthetic 2D fields by error and runtime. Budget: two hours.</a:t>
            </a:r>
            <a:r>
              <a:rPr lang="en-US" sz="2325" b="0" dirty="0">
                <a:solidFill>
                  <a:srgbClr val="271C25"/>
                </a:solidFill>
                <a:latin typeface="Arial"/>
                <a:ea typeface="Arial"/>
                <a:cs typeface="Arial"/>
              </a:rPr>
              <a:t>"</a:t>
            </a:r>
            <a:endParaRPr sz="2325" b="0" dirty="0">
              <a:solidFill>
                <a:srgbClr val="271C25"/>
              </a:solidFill>
              <a:latin typeface="Arial"/>
              <a:ea typeface="Arial"/>
              <a:cs typeface="Arial"/>
            </a:endParaRPr>
          </a:p>
        </p:txBody>
      </p:sp>
      <p:sp>
        <p:nvSpPr>
          <p:cNvPr id="6" name="text-29">
            <a:extLst>
              <a:ext uri="{FF2B5EF4-FFF2-40B4-BE49-F238E27FC236}">
                <a16:creationId xmlns:a16="http://schemas.microsoft.com/office/drawing/2014/main" id="{4D5B3A4A-7C46-4771-98F7-952CC835FCB3}"/>
              </a:ext>
            </a:extLst>
          </p:cNvPr>
          <p:cNvSpPr>
            <a:spLocks noGrp="1"/>
          </p:cNvSpPr>
          <p:nvPr/>
        </p:nvSpPr>
        <p:spPr>
          <a:xfrm>
            <a:off x="704850" y="4848225"/>
            <a:ext cx="3143250" cy="1028700"/>
          </a:xfrm>
          <a:prstGeom prst="rect">
            <a:avLst/>
          </a:prstGeom>
          <a:noFill/>
          <a:ln w="0">
            <a:noFill/>
          </a:ln>
        </p:spPr>
        <p:txBody>
          <a:bodyPr wrap="square" lIns="0" tIns="0" rIns="0" bIns="0" anchor="t">
            <a:noAutofit/>
          </a:bodyPr>
          <a:lstStyle>
            <a:defPPr algn="l">
              <a:defRPr sz="1725" b="0">
                <a:solidFill>
                  <a:srgbClr val="786772"/>
                </a:solidFill>
                <a:latin typeface="Arial"/>
                <a:ea typeface="Arial"/>
                <a:cs typeface="Arial"/>
              </a:defRPr>
            </a:defPPr>
            <a:lvl1pPr algn="l">
              <a:defRPr sz="1725" b="0">
                <a:solidFill>
                  <a:srgbClr val="786772"/>
                </a:solidFill>
                <a:latin typeface="Arial"/>
                <a:ea typeface="Arial"/>
                <a:cs typeface="Arial"/>
              </a:defRPr>
            </a:lvl1pPr>
            <a:lvl2pPr algn="l">
              <a:defRPr sz="1725" b="0">
                <a:solidFill>
                  <a:srgbClr val="786772"/>
                </a:solidFill>
                <a:latin typeface="Arial"/>
                <a:ea typeface="Arial"/>
                <a:cs typeface="Arial"/>
              </a:defRPr>
            </a:lvl2pPr>
            <a:lvl3pPr algn="l">
              <a:defRPr sz="1725" b="0">
                <a:solidFill>
                  <a:srgbClr val="786772"/>
                </a:solidFill>
                <a:latin typeface="Arial"/>
                <a:ea typeface="Arial"/>
                <a:cs typeface="Arial"/>
              </a:defRPr>
            </a:lvl3pPr>
            <a:lvl4pPr algn="l">
              <a:defRPr sz="1725" b="0">
                <a:solidFill>
                  <a:srgbClr val="786772"/>
                </a:solidFill>
                <a:latin typeface="Arial"/>
                <a:ea typeface="Arial"/>
                <a:cs typeface="Arial"/>
              </a:defRPr>
            </a:lvl4pPr>
            <a:lvl5pPr algn="l">
              <a:defRPr sz="1725" b="0">
                <a:solidFill>
                  <a:srgbClr val="786772"/>
                </a:solidFill>
                <a:latin typeface="Arial"/>
                <a:ea typeface="Arial"/>
                <a:cs typeface="Arial"/>
              </a:defRPr>
            </a:lvl5pPr>
            <a:lvl6pPr algn="l">
              <a:defRPr sz="1725" b="0">
                <a:solidFill>
                  <a:srgbClr val="786772"/>
                </a:solidFill>
                <a:latin typeface="Arial"/>
                <a:ea typeface="Arial"/>
                <a:cs typeface="Arial"/>
              </a:defRPr>
            </a:lvl6pPr>
            <a:lvl7pPr algn="l">
              <a:defRPr sz="1725" b="0">
                <a:solidFill>
                  <a:srgbClr val="786772"/>
                </a:solidFill>
                <a:latin typeface="Arial"/>
                <a:ea typeface="Arial"/>
                <a:cs typeface="Arial"/>
              </a:defRPr>
            </a:lvl7pPr>
            <a:lvl8pPr algn="l">
              <a:defRPr sz="1725" b="0">
                <a:solidFill>
                  <a:srgbClr val="786772"/>
                </a:solidFill>
                <a:latin typeface="Arial"/>
                <a:ea typeface="Arial"/>
                <a:cs typeface="Arial"/>
              </a:defRPr>
            </a:lvl8pPr>
            <a:lvl9pPr algn="l">
              <a:defRPr sz="1725" b="0">
                <a:solidFill>
                  <a:srgbClr val="786772"/>
                </a:solidFill>
                <a:latin typeface="Arial"/>
                <a:ea typeface="Arial"/>
                <a:cs typeface="Arial"/>
              </a:defRPr>
            </a:lvl9pPr>
          </a:lstStyle>
          <a:p>
            <a:pPr algn="l">
              <a:defRPr sz="1725" b="0">
                <a:solidFill>
                  <a:srgbClr val="786772"/>
                </a:solidFill>
                <a:latin typeface="Arial"/>
                <a:ea typeface="Arial"/>
                <a:cs typeface="Arial"/>
              </a:defRPr>
            </a:pPr>
            <a:r>
              <a:rPr sz="1725" b="0" dirty="0">
                <a:solidFill>
                  <a:srgbClr val="786772"/>
                </a:solidFill>
                <a:latin typeface="Arial"/>
                <a:ea typeface="Arial"/>
                <a:cs typeface="Arial"/>
              </a:rPr>
              <a:t>A one-shot request leaves the unit, sampling basis and stopping rule unspecified.</a:t>
            </a:r>
          </a:p>
        </p:txBody>
      </p:sp>
      <p:graphicFrame>
        <p:nvGraphicFramePr>
          <p:cNvPr id="7" name="表格 6">
            <a:extLst>
              <a:ext uri="{FF2B5EF4-FFF2-40B4-BE49-F238E27FC236}">
                <a16:creationId xmlns:a16="http://schemas.microsoft.com/office/drawing/2014/main" id="{1FAB3E17-73F6-4506-82BA-5D95E4902593}"/>
              </a:ext>
            </a:extLst>
          </p:cNvPr>
          <p:cNvGraphicFramePr/>
          <p:nvPr/>
        </p:nvGraphicFramePr>
        <p:xfrm>
          <a:off x="4371975" y="2343150"/>
          <a:ext cx="7134225" cy="3781425"/>
        </p:xfrm>
        <a:graphic>
          <a:graphicData uri="http://schemas.openxmlformats.org/drawingml/2006/table">
            <a:tbl>
              <a:tblPr/>
              <a:tblGrid>
                <a:gridCol w="1476375">
                  <a:extLst>
                    <a:ext uri="{9D8B030D-6E8A-4147-A177-3AD203B41FA5}">
                      <a16:colId xmlns:a16="http://schemas.microsoft.com/office/drawing/2014/main" val="20000"/>
                    </a:ext>
                  </a:extLst>
                </a:gridCol>
                <a:gridCol w="5657850">
                  <a:extLst>
                    <a:ext uri="{9D8B030D-6E8A-4147-A177-3AD203B41FA5}">
                      <a16:colId xmlns:a16="http://schemas.microsoft.com/office/drawing/2014/main" val="20001"/>
                    </a:ext>
                  </a:extLst>
                </a:gridCol>
              </a:tblGrid>
              <a:tr h="457200">
                <a:tc>
                  <a:txBody>
                    <a:bodyPr/>
                    <a:lstStyle/>
                    <a:p>
                      <a:r>
                        <a:rPr sz="1500" b="1">
                          <a:solidFill>
                            <a:srgbClr val="FFFFFF"/>
                          </a:solidFill>
                          <a:latin typeface="Arial"/>
                          <a:ea typeface="Arial"/>
                          <a:cs typeface="Arial"/>
                        </a:rPr>
                        <a:t>Decision</a:t>
                      </a:r>
                    </a:p>
                  </a:txBody>
                  <a:tcPr anchor="ctr">
                    <a:lnL w="5715">
                      <a:solidFill>
                        <a:srgbClr val="E5D9DF"/>
                      </a:solidFill>
                      <a:prstDash val="solid"/>
                    </a:lnL>
                    <a:lnR w="5715">
                      <a:solidFill>
                        <a:srgbClr val="E5D9DF"/>
                      </a:solidFill>
                      <a:prstDash val="solid"/>
                    </a:lnR>
                    <a:lnT w="5715">
                      <a:solidFill>
                        <a:srgbClr val="E5D9DF"/>
                      </a:solidFill>
                      <a:prstDash val="solid"/>
                    </a:lnT>
                    <a:lnB w="5715">
                      <a:solidFill>
                        <a:srgbClr val="E5D9DF"/>
                      </a:solidFill>
                      <a:prstDash val="solid"/>
                    </a:lnB>
                    <a:solidFill>
                      <a:srgbClr val="190D17"/>
                    </a:solidFill>
                  </a:tcPr>
                </a:tc>
                <a:tc>
                  <a:txBody>
                    <a:bodyPr/>
                    <a:lstStyle/>
                    <a:p>
                      <a:r>
                        <a:rPr sz="1500" b="1">
                          <a:solidFill>
                            <a:srgbClr val="FFFFFF"/>
                          </a:solidFill>
                          <a:latin typeface="Arial"/>
                          <a:ea typeface="Arial"/>
                          <a:cs typeface="Arial"/>
                        </a:rPr>
                        <a:t>Supplied Science-Bot sample</a:t>
                      </a:r>
                    </a:p>
                  </a:txBody>
                  <a:tcPr anchor="ctr">
                    <a:lnL w="5715" cap="flat" cmpd="sng" algn="ctr">
                      <a:solidFill>
                        <a:srgbClr val="E5D9DF"/>
                      </a:solidFill>
                      <a:prstDash val="solid"/>
                      <a:round/>
                      <a:headEnd type="none" w="med" len="med"/>
                      <a:tailEnd type="none" w="med" len="med"/>
                    </a:lnL>
                    <a:lnR w="5715">
                      <a:solidFill>
                        <a:srgbClr val="E5D9DF"/>
                      </a:solidFill>
                      <a:prstDash val="solid"/>
                    </a:lnR>
                    <a:lnT w="5715">
                      <a:solidFill>
                        <a:srgbClr val="E5D9DF"/>
                      </a:solidFill>
                      <a:prstDash val="solid"/>
                    </a:lnT>
                    <a:lnB w="5715">
                      <a:solidFill>
                        <a:srgbClr val="E5D9DF"/>
                      </a:solidFill>
                      <a:prstDash val="solid"/>
                    </a:lnB>
                    <a:solidFill>
                      <a:srgbClr val="190D17"/>
                    </a:solidFill>
                  </a:tcPr>
                </a:tc>
                <a:extLst>
                  <a:ext uri="{0D108BD9-81ED-4DB2-BD59-A6C34878D82A}">
                    <a16:rowId xmlns:a16="http://schemas.microsoft.com/office/drawing/2014/main" val="10000"/>
                  </a:ext>
                </a:extLst>
              </a:tr>
              <a:tr h="866775">
                <a:tc>
                  <a:txBody>
                    <a:bodyPr/>
                    <a:lstStyle/>
                    <a:p>
                      <a:r>
                        <a:rPr sz="1800" b="1">
                          <a:solidFill>
                            <a:srgbClr val="A60042"/>
                          </a:solidFill>
                          <a:latin typeface="Arial"/>
                          <a:ea typeface="Arial"/>
                          <a:cs typeface="Arial"/>
                        </a:rPr>
                        <a:t>Unit</a:t>
                      </a:r>
                    </a:p>
                  </a:txBody>
                  <a:tcPr anchor="ctr">
                    <a:lnL w="5715">
                      <a:solidFill>
                        <a:srgbClr val="E5D9DF"/>
                      </a:solidFill>
                      <a:prstDash val="soli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tc>
                  <a:txBody>
                    <a:bodyPr/>
                    <a:lstStyle/>
                    <a:p>
                      <a:r>
                        <a:rPr sz="1800" b="0">
                          <a:solidFill>
                            <a:srgbClr val="271C25"/>
                          </a:solidFill>
                          <a:latin typeface="Arial"/>
                          <a:ea typeface="Arial"/>
                          <a:cs typeface="Arial"/>
                        </a:rPr>
                        <a:t>Independent research object. Aggregate repeated measurements within it.</a:t>
                      </a:r>
                    </a:p>
                  </a:txBody>
                  <a:tcPr anchor="ctr">
                    <a:lnL w="5715" cap="flat" cmpd="sng" algn="ctr">
                      <a:solidFill>
                        <a:srgbClr val="E5D9DF"/>
                      </a:solidFill>
                      <a:prstDash val="solid"/>
                      <a:round/>
                      <a:headEnd type="none" w="med" len="med"/>
                      <a:tailEnd type="none" w="med" len="me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extLst>
                  <a:ext uri="{0D108BD9-81ED-4DB2-BD59-A6C34878D82A}">
                    <a16:rowId xmlns:a16="http://schemas.microsoft.com/office/drawing/2014/main" val="10001"/>
                  </a:ext>
                </a:extLst>
              </a:tr>
              <a:tr h="723900">
                <a:tc>
                  <a:txBody>
                    <a:bodyPr/>
                    <a:lstStyle/>
                    <a:p>
                      <a:r>
                        <a:rPr sz="1800" b="1">
                          <a:solidFill>
                            <a:srgbClr val="A60042"/>
                          </a:solidFill>
                          <a:latin typeface="Arial"/>
                          <a:ea typeface="Arial"/>
                          <a:cs typeface="Arial"/>
                        </a:rPr>
                        <a:t>Metric</a:t>
                      </a:r>
                    </a:p>
                  </a:txBody>
                  <a:tcPr anchor="ctr">
                    <a:lnL w="5715">
                      <a:solidFill>
                        <a:srgbClr val="E5D9DF"/>
                      </a:solidFill>
                      <a:prstDash val="soli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tc>
                  <a:txBody>
                    <a:bodyPr/>
                    <a:lstStyle/>
                    <a:p>
                      <a:r>
                        <a:rPr sz="1800" b="0">
                          <a:solidFill>
                            <a:srgbClr val="271C25"/>
                          </a:solidFill>
                          <a:latin typeface="Arial"/>
                          <a:ea typeface="Arial"/>
                          <a:cs typeface="Arial"/>
                        </a:rPr>
                        <a:t>Mean prediction error, lower is better. Cost is secondary.</a:t>
                      </a:r>
                    </a:p>
                  </a:txBody>
                  <a:tcPr anchor="ctr">
                    <a:lnL w="5715" cap="flat" cmpd="sng" algn="ctr">
                      <a:solidFill>
                        <a:srgbClr val="E5D9DF"/>
                      </a:solidFill>
                      <a:prstDash val="solid"/>
                      <a:round/>
                      <a:headEnd type="none" w="med" len="med"/>
                      <a:tailEnd type="none" w="med" len="me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extLst>
                  <a:ext uri="{0D108BD9-81ED-4DB2-BD59-A6C34878D82A}">
                    <a16:rowId xmlns:a16="http://schemas.microsoft.com/office/drawing/2014/main" val="10002"/>
                  </a:ext>
                </a:extLst>
              </a:tr>
              <a:tr h="866775">
                <a:tc>
                  <a:txBody>
                    <a:bodyPr/>
                    <a:lstStyle/>
                    <a:p>
                      <a:r>
                        <a:rPr sz="1800" b="1">
                          <a:solidFill>
                            <a:srgbClr val="A60042"/>
                          </a:solidFill>
                          <a:latin typeface="Arial"/>
                          <a:ea typeface="Arial"/>
                          <a:cs typeface="Arial"/>
                        </a:rPr>
                        <a:t>Sampling</a:t>
                      </a:r>
                    </a:p>
                  </a:txBody>
                  <a:tcPr anchor="ctr">
                    <a:lnL w="5715">
                      <a:solidFill>
                        <a:srgbClr val="E5D9DF"/>
                      </a:solidFill>
                      <a:prstDash val="soli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tc>
                  <a:txBody>
                    <a:bodyPr/>
                    <a:lstStyle/>
                    <a:p>
                      <a:r>
                        <a:rPr sz="1800" b="0">
                          <a:solidFill>
                            <a:srgbClr val="271C25"/>
                          </a:solidFill>
                          <a:latin typeface="Arial"/>
                          <a:ea typeface="Arial"/>
                          <a:cs typeface="Arial"/>
                        </a:rPr>
                        <a:t>Pilot first to check variance and independence. No power guarantee.</a:t>
                      </a:r>
                    </a:p>
                  </a:txBody>
                  <a:tcPr anchor="ctr">
                    <a:lnL w="5715" cap="flat" cmpd="sng" algn="ctr">
                      <a:solidFill>
                        <a:srgbClr val="E5D9DF"/>
                      </a:solidFill>
                      <a:prstDash val="solid"/>
                      <a:round/>
                      <a:headEnd type="none" w="med" len="med"/>
                      <a:tailEnd type="none" w="med" len="me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extLst>
                  <a:ext uri="{0D108BD9-81ED-4DB2-BD59-A6C34878D82A}">
                    <a16:rowId xmlns:a16="http://schemas.microsoft.com/office/drawing/2014/main" val="10003"/>
                  </a:ext>
                </a:extLst>
              </a:tr>
              <a:tr h="866775">
                <a:tc>
                  <a:txBody>
                    <a:bodyPr/>
                    <a:lstStyle/>
                    <a:p>
                      <a:r>
                        <a:rPr sz="1800" b="1">
                          <a:solidFill>
                            <a:srgbClr val="A60042"/>
                          </a:solidFill>
                          <a:latin typeface="Arial"/>
                          <a:ea typeface="Arial"/>
                          <a:cs typeface="Arial"/>
                        </a:rPr>
                        <a:t>Acceptance</a:t>
                      </a:r>
                    </a:p>
                  </a:txBody>
                  <a:tcPr anchor="ctr">
                    <a:lnL w="5715">
                      <a:solidFill>
                        <a:srgbClr val="E5D9DF"/>
                      </a:solidFill>
                      <a:prstDash val="soli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tc>
                  <a:txBody>
                    <a:bodyPr/>
                    <a:lstStyle/>
                    <a:p>
                      <a:r>
                        <a:rPr sz="1800" b="0">
                          <a:solidFill>
                            <a:srgbClr val="271C25"/>
                          </a:solidFill>
                          <a:latin typeface="Arial"/>
                          <a:ea typeface="Arial"/>
                          <a:cs typeface="Arial"/>
                        </a:rPr>
                        <a:t>Record negative and uncertain results. Stop at the resource limit.</a:t>
                      </a:r>
                    </a:p>
                  </a:txBody>
                  <a:tcPr anchor="ctr">
                    <a:lnL w="5715" cap="flat" cmpd="sng" algn="ctr">
                      <a:solidFill>
                        <a:srgbClr val="E5D9DF"/>
                      </a:solidFill>
                      <a:prstDash val="solid"/>
                      <a:round/>
                      <a:headEnd type="none" w="med" len="med"/>
                      <a:tailEnd type="none" w="med" len="med"/>
                    </a:lnL>
                    <a:lnR w="5715">
                      <a:solidFill>
                        <a:srgbClr val="E5D9DF"/>
                      </a:solidFill>
                      <a:prstDash val="solid"/>
                    </a:lnR>
                    <a:lnT w="5715" cap="flat" cmpd="sng" algn="ctr">
                      <a:solidFill>
                        <a:srgbClr val="E5D9DF"/>
                      </a:solidFill>
                      <a:prstDash val="solid"/>
                      <a:round/>
                      <a:headEnd type="none" w="med" len="med"/>
                      <a:tailEnd type="none" w="med" len="med"/>
                    </a:lnT>
                    <a:lnB w="5715">
                      <a:solidFill>
                        <a:srgbClr val="E5D9DF"/>
                      </a:solidFill>
                      <a:prstDash val="solid"/>
                    </a:lnB>
                    <a:solidFill>
                      <a:srgbClr val="FBF8FA"/>
                    </a:solidFill>
                  </a:tcPr>
                </a:tc>
                <a:extLst>
                  <a:ext uri="{0D108BD9-81ED-4DB2-BD59-A6C34878D82A}">
                    <a16:rowId xmlns:a16="http://schemas.microsoft.com/office/drawing/2014/main" val="10004"/>
                  </a:ext>
                </a:extLst>
              </a:tr>
            </a:tbl>
          </a:graphicData>
        </a:graphic>
      </p:graphicFrame>
      <p:sp>
        <p:nvSpPr>
          <p:cNvPr id="8" name="text-30">
            <a:extLst>
              <a:ext uri="{FF2B5EF4-FFF2-40B4-BE49-F238E27FC236}">
                <a16:creationId xmlns:a16="http://schemas.microsoft.com/office/drawing/2014/main" id="{FC771168-A693-4AC3-BB81-9C71640BEB75}"/>
              </a:ext>
            </a:extLst>
          </p:cNvPr>
          <p:cNvSpPr>
            <a:spLocks noGrp="1"/>
          </p:cNvSpPr>
          <p:nvPr/>
        </p:nvSpPr>
        <p:spPr>
          <a:xfrm>
            <a:off x="685800" y="6172200"/>
            <a:ext cx="10134600" cy="457200"/>
          </a:xfrm>
          <a:prstGeom prst="rect">
            <a:avLst/>
          </a:prstGeom>
          <a:noFill/>
          <a:ln w="0">
            <a:noFill/>
          </a:ln>
        </p:spPr>
        <p:txBody>
          <a:bodyPr wrap="square" lIns="0" tIns="0" rIns="0" bIns="0" anchor="t">
            <a:noAutofit/>
          </a:bodyPr>
          <a:lstStyle>
            <a:defPPr algn="l">
              <a:defRPr sz="1200" b="0">
                <a:solidFill>
                  <a:srgbClr val="786772"/>
                </a:solidFill>
                <a:latin typeface="Arial"/>
                <a:ea typeface="Arial"/>
                <a:cs typeface="Arial"/>
              </a:defRPr>
            </a:defPPr>
            <a:lvl1pPr algn="l">
              <a:defRPr sz="1200" b="0">
                <a:solidFill>
                  <a:srgbClr val="786772"/>
                </a:solidFill>
                <a:latin typeface="Arial"/>
                <a:ea typeface="Arial"/>
                <a:cs typeface="Arial"/>
              </a:defRPr>
            </a:lvl1pPr>
            <a:lvl2pPr algn="l">
              <a:defRPr sz="1200" b="0">
                <a:solidFill>
                  <a:srgbClr val="786772"/>
                </a:solidFill>
                <a:latin typeface="Arial"/>
                <a:ea typeface="Arial"/>
                <a:cs typeface="Arial"/>
              </a:defRPr>
            </a:lvl2pPr>
            <a:lvl3pPr algn="l">
              <a:defRPr sz="1200" b="0">
                <a:solidFill>
                  <a:srgbClr val="786772"/>
                </a:solidFill>
                <a:latin typeface="Arial"/>
                <a:ea typeface="Arial"/>
                <a:cs typeface="Arial"/>
              </a:defRPr>
            </a:lvl3pPr>
            <a:lvl4pPr algn="l">
              <a:defRPr sz="1200" b="0">
                <a:solidFill>
                  <a:srgbClr val="786772"/>
                </a:solidFill>
                <a:latin typeface="Arial"/>
                <a:ea typeface="Arial"/>
                <a:cs typeface="Arial"/>
              </a:defRPr>
            </a:lvl4pPr>
            <a:lvl5pPr algn="l">
              <a:defRPr sz="1200" b="0">
                <a:solidFill>
                  <a:srgbClr val="786772"/>
                </a:solidFill>
                <a:latin typeface="Arial"/>
                <a:ea typeface="Arial"/>
                <a:cs typeface="Arial"/>
              </a:defRPr>
            </a:lvl5pPr>
            <a:lvl6pPr algn="l">
              <a:defRPr sz="1200" b="0">
                <a:solidFill>
                  <a:srgbClr val="786772"/>
                </a:solidFill>
                <a:latin typeface="Arial"/>
                <a:ea typeface="Arial"/>
                <a:cs typeface="Arial"/>
              </a:defRPr>
            </a:lvl6pPr>
            <a:lvl7pPr algn="l">
              <a:defRPr sz="1200" b="0">
                <a:solidFill>
                  <a:srgbClr val="786772"/>
                </a:solidFill>
                <a:latin typeface="Arial"/>
                <a:ea typeface="Arial"/>
                <a:cs typeface="Arial"/>
              </a:defRPr>
            </a:lvl7pPr>
            <a:lvl8pPr algn="l">
              <a:defRPr sz="1200" b="0">
                <a:solidFill>
                  <a:srgbClr val="786772"/>
                </a:solidFill>
                <a:latin typeface="Arial"/>
                <a:ea typeface="Arial"/>
                <a:cs typeface="Arial"/>
              </a:defRPr>
            </a:lvl8pPr>
            <a:lvl9pPr algn="l">
              <a:defRPr sz="1200" b="0">
                <a:solidFill>
                  <a:srgbClr val="786772"/>
                </a:solidFill>
                <a:latin typeface="Arial"/>
                <a:ea typeface="Arial"/>
                <a:cs typeface="Arial"/>
              </a:defRPr>
            </a:lvl9pPr>
          </a:lstStyle>
          <a:p>
            <a:pPr algn="l">
              <a:defRPr sz="1200" b="0">
                <a:solidFill>
                  <a:srgbClr val="786772"/>
                </a:solidFill>
                <a:latin typeface="Arial"/>
                <a:ea typeface="Arial"/>
                <a:cs typeface="Arial"/>
              </a:defRPr>
            </a:pPr>
            <a:r>
              <a:rPr sz="1200" b="0">
                <a:solidFill>
                  <a:srgbClr val="786772"/>
                </a:solidFill>
                <a:latin typeface="Arial"/>
                <a:ea typeface="Arial"/>
                <a:cs typeface="Arial"/>
              </a:rPr>
              <a:t>Illustrative workflow comparison, not an independent competitor benchmark. Sample revision 22 is reviewable, methods remain unverified, and no experiments ran.</a:t>
            </a:r>
          </a:p>
        </p:txBody>
      </p:sp>
    </p:spTree>
    <p:extLst>
      <p:ext uri="{BB962C8B-B14F-4D97-AF65-F5344CB8AC3E}">
        <p14:creationId xmlns:p14="http://schemas.microsoft.com/office/powerpoint/2010/main" val="2110223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8FA"/>
        </a:solidFill>
        <a:effectLst/>
      </p:bgPr>
    </p:bg>
    <p:spTree>
      <p:nvGrpSpPr>
        <p:cNvPr id="1" name="">
          <a:extLst>
            <a:ext uri="{FF2B5EF4-FFF2-40B4-BE49-F238E27FC236}">
              <a16:creationId xmlns:a16="http://schemas.microsoft.com/office/drawing/2014/main" id="{F88E50AF-2EDF-BF64-A9EF-F8EEBA73FA7D}"/>
            </a:ext>
          </a:extLst>
        </p:cNvPr>
        <p:cNvGrpSpPr/>
        <p:nvPr/>
      </p:nvGrpSpPr>
      <p:grpSpPr>
        <a:xfrm>
          <a:off x="0" y="0"/>
          <a:ext cx="0" cy="0"/>
          <a:chOff x="0" y="0"/>
          <a:chExt cx="0" cy="0"/>
        </a:xfrm>
      </p:grpSpPr>
      <p:sp>
        <p:nvSpPr>
          <p:cNvPr id="11" name="slide-6-title">
            <a:extLst>
              <a:ext uri="{FF2B5EF4-FFF2-40B4-BE49-F238E27FC236}">
                <a16:creationId xmlns:a16="http://schemas.microsoft.com/office/drawing/2014/main" id="{EC42CEBA-C8B6-4563-6719-2ACE568FA42B}"/>
              </a:ext>
            </a:extLst>
          </p:cNvPr>
          <p:cNvSpPr>
            <a:spLocks noGrp="1"/>
          </p:cNvSpPr>
          <p:nvPr/>
        </p:nvSpPr>
        <p:spPr>
          <a:xfrm>
            <a:off x="685800" y="514350"/>
            <a:ext cx="10820400" cy="1066800"/>
          </a:xfrm>
          <a:prstGeom prst="rect">
            <a:avLst/>
          </a:prstGeom>
          <a:noFill/>
          <a:ln w="0">
            <a:noFill/>
          </a:ln>
        </p:spPr>
        <p:txBody>
          <a:bodyPr wrap="square" lIns="0" tIns="0" rIns="0" bIns="0" anchor="t">
            <a:noAutofit/>
          </a:bodyPr>
          <a:lstStyle>
            <a:defPPr algn="l">
              <a:defRPr sz="3300" b="1">
                <a:solidFill>
                  <a:srgbClr val="271C25"/>
                </a:solidFill>
                <a:latin typeface="Arial"/>
                <a:ea typeface="Arial"/>
                <a:cs typeface="Arial"/>
              </a:defRPr>
            </a:defPPr>
            <a:lvl1pPr algn="l">
              <a:defRPr sz="3300" b="1">
                <a:solidFill>
                  <a:srgbClr val="271C25"/>
                </a:solidFill>
                <a:latin typeface="Arial"/>
                <a:ea typeface="Arial"/>
                <a:cs typeface="Arial"/>
              </a:defRPr>
            </a:lvl1pPr>
            <a:lvl2pPr algn="l">
              <a:defRPr sz="3300" b="1">
                <a:solidFill>
                  <a:srgbClr val="271C25"/>
                </a:solidFill>
                <a:latin typeface="Arial"/>
                <a:ea typeface="Arial"/>
                <a:cs typeface="Arial"/>
              </a:defRPr>
            </a:lvl2pPr>
            <a:lvl3pPr algn="l">
              <a:defRPr sz="3300" b="1">
                <a:solidFill>
                  <a:srgbClr val="271C25"/>
                </a:solidFill>
                <a:latin typeface="Arial"/>
                <a:ea typeface="Arial"/>
                <a:cs typeface="Arial"/>
              </a:defRPr>
            </a:lvl3pPr>
            <a:lvl4pPr algn="l">
              <a:defRPr sz="3300" b="1">
                <a:solidFill>
                  <a:srgbClr val="271C25"/>
                </a:solidFill>
                <a:latin typeface="Arial"/>
                <a:ea typeface="Arial"/>
                <a:cs typeface="Arial"/>
              </a:defRPr>
            </a:lvl4pPr>
            <a:lvl5pPr algn="l">
              <a:defRPr sz="3300" b="1">
                <a:solidFill>
                  <a:srgbClr val="271C25"/>
                </a:solidFill>
                <a:latin typeface="Arial"/>
                <a:ea typeface="Arial"/>
                <a:cs typeface="Arial"/>
              </a:defRPr>
            </a:lvl5pPr>
            <a:lvl6pPr algn="l">
              <a:defRPr sz="3300" b="1">
                <a:solidFill>
                  <a:srgbClr val="271C25"/>
                </a:solidFill>
                <a:latin typeface="Arial"/>
                <a:ea typeface="Arial"/>
                <a:cs typeface="Arial"/>
              </a:defRPr>
            </a:lvl6pPr>
            <a:lvl7pPr algn="l">
              <a:defRPr sz="3300" b="1">
                <a:solidFill>
                  <a:srgbClr val="271C25"/>
                </a:solidFill>
                <a:latin typeface="Arial"/>
                <a:ea typeface="Arial"/>
                <a:cs typeface="Arial"/>
              </a:defRPr>
            </a:lvl7pPr>
            <a:lvl8pPr algn="l">
              <a:defRPr sz="3300" b="1">
                <a:solidFill>
                  <a:srgbClr val="271C25"/>
                </a:solidFill>
                <a:latin typeface="Arial"/>
                <a:ea typeface="Arial"/>
                <a:cs typeface="Arial"/>
              </a:defRPr>
            </a:lvl8pPr>
            <a:lvl9pPr algn="l">
              <a:defRPr sz="3300" b="1">
                <a:solidFill>
                  <a:srgbClr val="271C25"/>
                </a:solidFill>
                <a:latin typeface="Arial"/>
                <a:ea typeface="Arial"/>
                <a:cs typeface="Arial"/>
              </a:defRPr>
            </a:lvl9pPr>
          </a:lstStyle>
          <a:p>
            <a:pPr algn="l">
              <a:defRPr sz="3300" b="1">
                <a:solidFill>
                  <a:srgbClr val="271C25"/>
                </a:solidFill>
                <a:latin typeface="Arial"/>
                <a:ea typeface="Arial"/>
                <a:cs typeface="Arial"/>
              </a:defRPr>
            </a:pPr>
            <a:r>
              <a:rPr lang="en-US" altLang="zh-CN" sz="3300" b="1" dirty="0">
                <a:solidFill>
                  <a:srgbClr val="271C25"/>
                </a:solidFill>
                <a:latin typeface="Arial"/>
                <a:ea typeface="Arial"/>
                <a:cs typeface="Arial"/>
              </a:rPr>
              <a:t>Transform a fuzzy idea into restrict research plan</a:t>
            </a:r>
            <a:endParaRPr sz="3300" b="1" dirty="0">
              <a:solidFill>
                <a:srgbClr val="271C25"/>
              </a:solidFill>
              <a:latin typeface="Arial"/>
              <a:ea typeface="Arial"/>
              <a:cs typeface="Arial"/>
            </a:endParaRPr>
          </a:p>
        </p:txBody>
      </p:sp>
      <p:sp>
        <p:nvSpPr>
          <p:cNvPr id="2" name="text-31">
            <a:extLst>
              <a:ext uri="{FF2B5EF4-FFF2-40B4-BE49-F238E27FC236}">
                <a16:creationId xmlns:a16="http://schemas.microsoft.com/office/drawing/2014/main" id="{95EC35A9-08BA-9880-484C-C117EC07196A}"/>
              </a:ext>
            </a:extLst>
          </p:cNvPr>
          <p:cNvSpPr>
            <a:spLocks noGrp="1"/>
          </p:cNvSpPr>
          <p:nvPr/>
        </p:nvSpPr>
        <p:spPr>
          <a:xfrm>
            <a:off x="11125200" y="6353175"/>
            <a:ext cx="381000" cy="238125"/>
          </a:xfrm>
          <a:prstGeom prst="rect">
            <a:avLst/>
          </a:prstGeom>
          <a:noFill/>
          <a:ln w="0">
            <a:noFill/>
          </a:ln>
        </p:spPr>
        <p:txBody>
          <a:bodyPr wrap="square" lIns="0" tIns="0" rIns="0" bIns="0" anchor="t">
            <a:noAutofit/>
          </a:bodyPr>
          <a:lstStyle>
            <a:defPPr algn="r">
              <a:defRPr sz="1275" b="0">
                <a:solidFill>
                  <a:srgbClr val="786772"/>
                </a:solidFill>
                <a:latin typeface="Arial"/>
                <a:ea typeface="Arial"/>
                <a:cs typeface="Arial"/>
              </a:defRPr>
            </a:defPPr>
            <a:lvl1pPr algn="r">
              <a:defRPr sz="1275" b="0">
                <a:solidFill>
                  <a:srgbClr val="786772"/>
                </a:solidFill>
                <a:latin typeface="Arial"/>
                <a:ea typeface="Arial"/>
                <a:cs typeface="Arial"/>
              </a:defRPr>
            </a:lvl1pPr>
            <a:lvl2pPr algn="r">
              <a:defRPr sz="1275" b="0">
                <a:solidFill>
                  <a:srgbClr val="786772"/>
                </a:solidFill>
                <a:latin typeface="Arial"/>
                <a:ea typeface="Arial"/>
                <a:cs typeface="Arial"/>
              </a:defRPr>
            </a:lvl2pPr>
            <a:lvl3pPr algn="r">
              <a:defRPr sz="1275" b="0">
                <a:solidFill>
                  <a:srgbClr val="786772"/>
                </a:solidFill>
                <a:latin typeface="Arial"/>
                <a:ea typeface="Arial"/>
                <a:cs typeface="Arial"/>
              </a:defRPr>
            </a:lvl3pPr>
            <a:lvl4pPr algn="r">
              <a:defRPr sz="1275" b="0">
                <a:solidFill>
                  <a:srgbClr val="786772"/>
                </a:solidFill>
                <a:latin typeface="Arial"/>
                <a:ea typeface="Arial"/>
                <a:cs typeface="Arial"/>
              </a:defRPr>
            </a:lvl4pPr>
            <a:lvl5pPr algn="r">
              <a:defRPr sz="1275" b="0">
                <a:solidFill>
                  <a:srgbClr val="786772"/>
                </a:solidFill>
                <a:latin typeface="Arial"/>
                <a:ea typeface="Arial"/>
                <a:cs typeface="Arial"/>
              </a:defRPr>
            </a:lvl5pPr>
            <a:lvl6pPr algn="r">
              <a:defRPr sz="1275" b="0">
                <a:solidFill>
                  <a:srgbClr val="786772"/>
                </a:solidFill>
                <a:latin typeface="Arial"/>
                <a:ea typeface="Arial"/>
                <a:cs typeface="Arial"/>
              </a:defRPr>
            </a:lvl6pPr>
            <a:lvl7pPr algn="r">
              <a:defRPr sz="1275" b="0">
                <a:solidFill>
                  <a:srgbClr val="786772"/>
                </a:solidFill>
                <a:latin typeface="Arial"/>
                <a:ea typeface="Arial"/>
                <a:cs typeface="Arial"/>
              </a:defRPr>
            </a:lvl7pPr>
            <a:lvl8pPr algn="r">
              <a:defRPr sz="1275" b="0">
                <a:solidFill>
                  <a:srgbClr val="786772"/>
                </a:solidFill>
                <a:latin typeface="Arial"/>
                <a:ea typeface="Arial"/>
                <a:cs typeface="Arial"/>
              </a:defRPr>
            </a:lvl8pPr>
            <a:lvl9pPr algn="r">
              <a:defRPr sz="1275" b="0">
                <a:solidFill>
                  <a:srgbClr val="786772"/>
                </a:solidFill>
                <a:latin typeface="Arial"/>
                <a:ea typeface="Arial"/>
                <a:cs typeface="Arial"/>
              </a:defRPr>
            </a:lvl9pPr>
          </a:lstStyle>
          <a:p>
            <a:pPr algn="r">
              <a:defRPr sz="1275" b="0">
                <a:solidFill>
                  <a:srgbClr val="786772"/>
                </a:solidFill>
                <a:latin typeface="Arial"/>
                <a:ea typeface="Arial"/>
                <a:cs typeface="Arial"/>
              </a:defRPr>
            </a:pPr>
            <a:r>
              <a:rPr sz="1275" b="0">
                <a:solidFill>
                  <a:srgbClr val="786772"/>
                </a:solidFill>
                <a:latin typeface="Arial"/>
                <a:ea typeface="Arial"/>
                <a:cs typeface="Arial"/>
              </a:rPr>
              <a:t>06</a:t>
            </a:r>
          </a:p>
        </p:txBody>
      </p:sp>
      <p:sp>
        <p:nvSpPr>
          <p:cNvPr id="4" name="text-32">
            <a:extLst>
              <a:ext uri="{FF2B5EF4-FFF2-40B4-BE49-F238E27FC236}">
                <a16:creationId xmlns:a16="http://schemas.microsoft.com/office/drawing/2014/main" id="{CB536593-09ED-E203-09AA-7550A733E3D6}"/>
              </a:ext>
            </a:extLst>
          </p:cNvPr>
          <p:cNvSpPr>
            <a:spLocks noGrp="1"/>
          </p:cNvSpPr>
          <p:nvPr/>
        </p:nvSpPr>
        <p:spPr>
          <a:xfrm>
            <a:off x="9715500" y="1685925"/>
            <a:ext cx="1714500" cy="419100"/>
          </a:xfrm>
          <a:prstGeom prst="rect">
            <a:avLst/>
          </a:prstGeom>
          <a:noFill/>
          <a:ln w="0">
            <a:noFill/>
          </a:ln>
        </p:spPr>
        <p:txBody>
          <a:bodyPr wrap="square" lIns="0" tIns="0" rIns="0" bIns="0" anchor="t">
            <a:noAutofit/>
          </a:bodyPr>
          <a:lstStyle>
            <a:defPPr algn="l">
              <a:defRPr sz="2400" b="1">
                <a:solidFill>
                  <a:srgbClr val="A60042"/>
                </a:solidFill>
                <a:latin typeface="Consolas"/>
                <a:ea typeface="Consolas"/>
                <a:cs typeface="Consolas"/>
              </a:defRPr>
            </a:defPPr>
            <a:lvl1pPr algn="l">
              <a:defRPr sz="2400" b="1">
                <a:solidFill>
                  <a:srgbClr val="A60042"/>
                </a:solidFill>
                <a:latin typeface="Consolas"/>
                <a:ea typeface="Consolas"/>
                <a:cs typeface="Consolas"/>
              </a:defRPr>
            </a:lvl1pPr>
            <a:lvl2pPr algn="l">
              <a:defRPr sz="2400" b="1">
                <a:solidFill>
                  <a:srgbClr val="A60042"/>
                </a:solidFill>
                <a:latin typeface="Consolas"/>
                <a:ea typeface="Consolas"/>
                <a:cs typeface="Consolas"/>
              </a:defRPr>
            </a:lvl2pPr>
            <a:lvl3pPr algn="l">
              <a:defRPr sz="2400" b="1">
                <a:solidFill>
                  <a:srgbClr val="A60042"/>
                </a:solidFill>
                <a:latin typeface="Consolas"/>
                <a:ea typeface="Consolas"/>
                <a:cs typeface="Consolas"/>
              </a:defRPr>
            </a:lvl3pPr>
            <a:lvl4pPr algn="l">
              <a:defRPr sz="2400" b="1">
                <a:solidFill>
                  <a:srgbClr val="A60042"/>
                </a:solidFill>
                <a:latin typeface="Consolas"/>
                <a:ea typeface="Consolas"/>
                <a:cs typeface="Consolas"/>
              </a:defRPr>
            </a:lvl4pPr>
            <a:lvl5pPr algn="l">
              <a:defRPr sz="2400" b="1">
                <a:solidFill>
                  <a:srgbClr val="A60042"/>
                </a:solidFill>
                <a:latin typeface="Consolas"/>
                <a:ea typeface="Consolas"/>
                <a:cs typeface="Consolas"/>
              </a:defRPr>
            </a:lvl5pPr>
            <a:lvl6pPr algn="l">
              <a:defRPr sz="2400" b="1">
                <a:solidFill>
                  <a:srgbClr val="A60042"/>
                </a:solidFill>
                <a:latin typeface="Consolas"/>
                <a:ea typeface="Consolas"/>
                <a:cs typeface="Consolas"/>
              </a:defRPr>
            </a:lvl6pPr>
            <a:lvl7pPr algn="l">
              <a:defRPr sz="2400" b="1">
                <a:solidFill>
                  <a:srgbClr val="A60042"/>
                </a:solidFill>
                <a:latin typeface="Consolas"/>
                <a:ea typeface="Consolas"/>
                <a:cs typeface="Consolas"/>
              </a:defRPr>
            </a:lvl7pPr>
            <a:lvl8pPr algn="l">
              <a:defRPr sz="2400" b="1">
                <a:solidFill>
                  <a:srgbClr val="A60042"/>
                </a:solidFill>
                <a:latin typeface="Consolas"/>
                <a:ea typeface="Consolas"/>
                <a:cs typeface="Consolas"/>
              </a:defRPr>
            </a:lvl8pPr>
            <a:lvl9pPr algn="l">
              <a:defRPr sz="2400" b="1">
                <a:solidFill>
                  <a:srgbClr val="A60042"/>
                </a:solidFill>
                <a:latin typeface="Consolas"/>
                <a:ea typeface="Consolas"/>
                <a:cs typeface="Consolas"/>
              </a:defRPr>
            </a:lvl9pPr>
          </a:lstStyle>
          <a:p>
            <a:pPr algn="l">
              <a:defRPr sz="2400" b="1">
                <a:solidFill>
                  <a:srgbClr val="A60042"/>
                </a:solidFill>
                <a:latin typeface="Consolas"/>
                <a:ea typeface="Consolas"/>
                <a:cs typeface="Consolas"/>
              </a:defRPr>
            </a:pPr>
            <a:r>
              <a:rPr sz="2400" b="1">
                <a:solidFill>
                  <a:srgbClr val="A60042"/>
                </a:solidFill>
                <a:latin typeface="Consolas"/>
                <a:ea typeface="Consolas"/>
                <a:cs typeface="Consolas"/>
              </a:rPr>
              <a:t>01</a:t>
            </a:r>
          </a:p>
        </p:txBody>
      </p:sp>
      <p:sp>
        <p:nvSpPr>
          <p:cNvPr id="5" name="text-33">
            <a:extLst>
              <a:ext uri="{FF2B5EF4-FFF2-40B4-BE49-F238E27FC236}">
                <a16:creationId xmlns:a16="http://schemas.microsoft.com/office/drawing/2014/main" id="{8EBFE497-F414-4936-BE2E-4A7B3C17452C}"/>
              </a:ext>
            </a:extLst>
          </p:cNvPr>
          <p:cNvSpPr>
            <a:spLocks noGrp="1"/>
          </p:cNvSpPr>
          <p:nvPr/>
        </p:nvSpPr>
        <p:spPr>
          <a:xfrm>
            <a:off x="9715500" y="2190750"/>
            <a:ext cx="1790700" cy="904875"/>
          </a:xfrm>
          <a:prstGeom prst="rect">
            <a:avLst/>
          </a:prstGeom>
          <a:noFill/>
          <a:ln w="0">
            <a:noFill/>
          </a:ln>
        </p:spPr>
        <p:txBody>
          <a:bodyPr wrap="square" lIns="0" tIns="0" rIns="0" bIns="0" anchor="t">
            <a:noAutofit/>
          </a:bodyPr>
          <a:lstStyle>
            <a:defPPr algn="l">
              <a:defRPr sz="1725" b="0">
                <a:solidFill>
                  <a:srgbClr val="271C25"/>
                </a:solidFill>
                <a:latin typeface="Arial"/>
                <a:ea typeface="Arial"/>
                <a:cs typeface="Arial"/>
              </a:defRPr>
            </a:defPPr>
            <a:lvl1pPr algn="l">
              <a:defRPr sz="1725" b="0">
                <a:solidFill>
                  <a:srgbClr val="271C25"/>
                </a:solidFill>
                <a:latin typeface="Arial"/>
                <a:ea typeface="Arial"/>
                <a:cs typeface="Arial"/>
              </a:defRPr>
            </a:lvl1pPr>
            <a:lvl2pPr algn="l">
              <a:defRPr sz="1725" b="0">
                <a:solidFill>
                  <a:srgbClr val="271C25"/>
                </a:solidFill>
                <a:latin typeface="Arial"/>
                <a:ea typeface="Arial"/>
                <a:cs typeface="Arial"/>
              </a:defRPr>
            </a:lvl2pPr>
            <a:lvl3pPr algn="l">
              <a:defRPr sz="1725" b="0">
                <a:solidFill>
                  <a:srgbClr val="271C25"/>
                </a:solidFill>
                <a:latin typeface="Arial"/>
                <a:ea typeface="Arial"/>
                <a:cs typeface="Arial"/>
              </a:defRPr>
            </a:lvl3pPr>
            <a:lvl4pPr algn="l">
              <a:defRPr sz="1725" b="0">
                <a:solidFill>
                  <a:srgbClr val="271C25"/>
                </a:solidFill>
                <a:latin typeface="Arial"/>
                <a:ea typeface="Arial"/>
                <a:cs typeface="Arial"/>
              </a:defRPr>
            </a:lvl4pPr>
            <a:lvl5pPr algn="l">
              <a:defRPr sz="1725" b="0">
                <a:solidFill>
                  <a:srgbClr val="271C25"/>
                </a:solidFill>
                <a:latin typeface="Arial"/>
                <a:ea typeface="Arial"/>
                <a:cs typeface="Arial"/>
              </a:defRPr>
            </a:lvl5pPr>
            <a:lvl6pPr algn="l">
              <a:defRPr sz="1725" b="0">
                <a:solidFill>
                  <a:srgbClr val="271C25"/>
                </a:solidFill>
                <a:latin typeface="Arial"/>
                <a:ea typeface="Arial"/>
                <a:cs typeface="Arial"/>
              </a:defRPr>
            </a:lvl6pPr>
            <a:lvl7pPr algn="l">
              <a:defRPr sz="1725" b="0">
                <a:solidFill>
                  <a:srgbClr val="271C25"/>
                </a:solidFill>
                <a:latin typeface="Arial"/>
                <a:ea typeface="Arial"/>
                <a:cs typeface="Arial"/>
              </a:defRPr>
            </a:lvl7pPr>
            <a:lvl8pPr algn="l">
              <a:defRPr sz="1725" b="0">
                <a:solidFill>
                  <a:srgbClr val="271C25"/>
                </a:solidFill>
                <a:latin typeface="Arial"/>
                <a:ea typeface="Arial"/>
                <a:cs typeface="Arial"/>
              </a:defRPr>
            </a:lvl8pPr>
            <a:lvl9pPr algn="l">
              <a:defRPr sz="1725" b="0">
                <a:solidFill>
                  <a:srgbClr val="271C25"/>
                </a:solidFill>
                <a:latin typeface="Arial"/>
                <a:ea typeface="Arial"/>
                <a:cs typeface="Arial"/>
              </a:defRPr>
            </a:lvl9pPr>
          </a:lstStyle>
          <a:p>
            <a:pPr algn="l">
              <a:defRPr sz="1725" b="0">
                <a:solidFill>
                  <a:srgbClr val="271C25"/>
                </a:solidFill>
                <a:latin typeface="Arial"/>
                <a:ea typeface="Arial"/>
                <a:cs typeface="Arial"/>
              </a:defRPr>
            </a:pPr>
            <a:r>
              <a:rPr sz="1725" b="0">
                <a:solidFill>
                  <a:srgbClr val="271C25"/>
                </a:solidFill>
                <a:latin typeface="Arial"/>
                <a:ea typeface="Arial"/>
                <a:cs typeface="Arial"/>
              </a:rPr>
              <a:t>Describe your goal and resource limit</a:t>
            </a:r>
          </a:p>
        </p:txBody>
      </p:sp>
      <p:sp>
        <p:nvSpPr>
          <p:cNvPr id="6" name="text-34">
            <a:extLst>
              <a:ext uri="{FF2B5EF4-FFF2-40B4-BE49-F238E27FC236}">
                <a16:creationId xmlns:a16="http://schemas.microsoft.com/office/drawing/2014/main" id="{5CBA3B74-967F-E8C0-D8C3-FB49CD36B35A}"/>
              </a:ext>
            </a:extLst>
          </p:cNvPr>
          <p:cNvSpPr>
            <a:spLocks noGrp="1"/>
          </p:cNvSpPr>
          <p:nvPr/>
        </p:nvSpPr>
        <p:spPr>
          <a:xfrm>
            <a:off x="9715500" y="3133725"/>
            <a:ext cx="1714500" cy="419100"/>
          </a:xfrm>
          <a:prstGeom prst="rect">
            <a:avLst/>
          </a:prstGeom>
          <a:noFill/>
          <a:ln w="0">
            <a:noFill/>
          </a:ln>
        </p:spPr>
        <p:txBody>
          <a:bodyPr wrap="square" lIns="0" tIns="0" rIns="0" bIns="0" anchor="t">
            <a:noAutofit/>
          </a:bodyPr>
          <a:lstStyle>
            <a:defPPr algn="l">
              <a:defRPr sz="2400" b="1">
                <a:solidFill>
                  <a:srgbClr val="A60042"/>
                </a:solidFill>
                <a:latin typeface="Consolas"/>
                <a:ea typeface="Consolas"/>
                <a:cs typeface="Consolas"/>
              </a:defRPr>
            </a:defPPr>
            <a:lvl1pPr algn="l">
              <a:defRPr sz="2400" b="1">
                <a:solidFill>
                  <a:srgbClr val="A60042"/>
                </a:solidFill>
                <a:latin typeface="Consolas"/>
                <a:ea typeface="Consolas"/>
                <a:cs typeface="Consolas"/>
              </a:defRPr>
            </a:lvl1pPr>
            <a:lvl2pPr algn="l">
              <a:defRPr sz="2400" b="1">
                <a:solidFill>
                  <a:srgbClr val="A60042"/>
                </a:solidFill>
                <a:latin typeface="Consolas"/>
                <a:ea typeface="Consolas"/>
                <a:cs typeface="Consolas"/>
              </a:defRPr>
            </a:lvl2pPr>
            <a:lvl3pPr algn="l">
              <a:defRPr sz="2400" b="1">
                <a:solidFill>
                  <a:srgbClr val="A60042"/>
                </a:solidFill>
                <a:latin typeface="Consolas"/>
                <a:ea typeface="Consolas"/>
                <a:cs typeface="Consolas"/>
              </a:defRPr>
            </a:lvl3pPr>
            <a:lvl4pPr algn="l">
              <a:defRPr sz="2400" b="1">
                <a:solidFill>
                  <a:srgbClr val="A60042"/>
                </a:solidFill>
                <a:latin typeface="Consolas"/>
                <a:ea typeface="Consolas"/>
                <a:cs typeface="Consolas"/>
              </a:defRPr>
            </a:lvl4pPr>
            <a:lvl5pPr algn="l">
              <a:defRPr sz="2400" b="1">
                <a:solidFill>
                  <a:srgbClr val="A60042"/>
                </a:solidFill>
                <a:latin typeface="Consolas"/>
                <a:ea typeface="Consolas"/>
                <a:cs typeface="Consolas"/>
              </a:defRPr>
            </a:lvl5pPr>
            <a:lvl6pPr algn="l">
              <a:defRPr sz="2400" b="1">
                <a:solidFill>
                  <a:srgbClr val="A60042"/>
                </a:solidFill>
                <a:latin typeface="Consolas"/>
                <a:ea typeface="Consolas"/>
                <a:cs typeface="Consolas"/>
              </a:defRPr>
            </a:lvl6pPr>
            <a:lvl7pPr algn="l">
              <a:defRPr sz="2400" b="1">
                <a:solidFill>
                  <a:srgbClr val="A60042"/>
                </a:solidFill>
                <a:latin typeface="Consolas"/>
                <a:ea typeface="Consolas"/>
                <a:cs typeface="Consolas"/>
              </a:defRPr>
            </a:lvl7pPr>
            <a:lvl8pPr algn="l">
              <a:defRPr sz="2400" b="1">
                <a:solidFill>
                  <a:srgbClr val="A60042"/>
                </a:solidFill>
                <a:latin typeface="Consolas"/>
                <a:ea typeface="Consolas"/>
                <a:cs typeface="Consolas"/>
              </a:defRPr>
            </a:lvl8pPr>
            <a:lvl9pPr algn="l">
              <a:defRPr sz="2400" b="1">
                <a:solidFill>
                  <a:srgbClr val="A60042"/>
                </a:solidFill>
                <a:latin typeface="Consolas"/>
                <a:ea typeface="Consolas"/>
                <a:cs typeface="Consolas"/>
              </a:defRPr>
            </a:lvl9pPr>
          </a:lstStyle>
          <a:p>
            <a:pPr algn="l">
              <a:defRPr sz="2400" b="1">
                <a:solidFill>
                  <a:srgbClr val="A60042"/>
                </a:solidFill>
                <a:latin typeface="Consolas"/>
                <a:ea typeface="Consolas"/>
                <a:cs typeface="Consolas"/>
              </a:defRPr>
            </a:pPr>
            <a:r>
              <a:rPr sz="2400" b="1">
                <a:solidFill>
                  <a:srgbClr val="A60042"/>
                </a:solidFill>
                <a:latin typeface="Consolas"/>
                <a:ea typeface="Consolas"/>
                <a:cs typeface="Consolas"/>
              </a:rPr>
              <a:t>02</a:t>
            </a:r>
          </a:p>
        </p:txBody>
      </p:sp>
      <p:sp>
        <p:nvSpPr>
          <p:cNvPr id="7" name="text-35">
            <a:extLst>
              <a:ext uri="{FF2B5EF4-FFF2-40B4-BE49-F238E27FC236}">
                <a16:creationId xmlns:a16="http://schemas.microsoft.com/office/drawing/2014/main" id="{A4B16224-E0EC-7590-C5DF-85BC4BAF6635}"/>
              </a:ext>
            </a:extLst>
          </p:cNvPr>
          <p:cNvSpPr>
            <a:spLocks noGrp="1"/>
          </p:cNvSpPr>
          <p:nvPr/>
        </p:nvSpPr>
        <p:spPr>
          <a:xfrm>
            <a:off x="9715500" y="3638550"/>
            <a:ext cx="1790700" cy="952500"/>
          </a:xfrm>
          <a:prstGeom prst="rect">
            <a:avLst/>
          </a:prstGeom>
          <a:noFill/>
          <a:ln w="0">
            <a:noFill/>
          </a:ln>
        </p:spPr>
        <p:txBody>
          <a:bodyPr wrap="square" lIns="0" tIns="0" rIns="0" bIns="0" anchor="t">
            <a:noAutofit/>
          </a:bodyPr>
          <a:lstStyle>
            <a:defPPr algn="l">
              <a:defRPr sz="1725" b="0">
                <a:solidFill>
                  <a:srgbClr val="271C25"/>
                </a:solidFill>
                <a:latin typeface="Arial"/>
                <a:ea typeface="Arial"/>
                <a:cs typeface="Arial"/>
              </a:defRPr>
            </a:defPPr>
            <a:lvl1pPr algn="l">
              <a:defRPr sz="1725" b="0">
                <a:solidFill>
                  <a:srgbClr val="271C25"/>
                </a:solidFill>
                <a:latin typeface="Arial"/>
                <a:ea typeface="Arial"/>
                <a:cs typeface="Arial"/>
              </a:defRPr>
            </a:lvl1pPr>
            <a:lvl2pPr algn="l">
              <a:defRPr sz="1725" b="0">
                <a:solidFill>
                  <a:srgbClr val="271C25"/>
                </a:solidFill>
                <a:latin typeface="Arial"/>
                <a:ea typeface="Arial"/>
                <a:cs typeface="Arial"/>
              </a:defRPr>
            </a:lvl2pPr>
            <a:lvl3pPr algn="l">
              <a:defRPr sz="1725" b="0">
                <a:solidFill>
                  <a:srgbClr val="271C25"/>
                </a:solidFill>
                <a:latin typeface="Arial"/>
                <a:ea typeface="Arial"/>
                <a:cs typeface="Arial"/>
              </a:defRPr>
            </a:lvl3pPr>
            <a:lvl4pPr algn="l">
              <a:defRPr sz="1725" b="0">
                <a:solidFill>
                  <a:srgbClr val="271C25"/>
                </a:solidFill>
                <a:latin typeface="Arial"/>
                <a:ea typeface="Arial"/>
                <a:cs typeface="Arial"/>
              </a:defRPr>
            </a:lvl4pPr>
            <a:lvl5pPr algn="l">
              <a:defRPr sz="1725" b="0">
                <a:solidFill>
                  <a:srgbClr val="271C25"/>
                </a:solidFill>
                <a:latin typeface="Arial"/>
                <a:ea typeface="Arial"/>
                <a:cs typeface="Arial"/>
              </a:defRPr>
            </a:lvl5pPr>
            <a:lvl6pPr algn="l">
              <a:defRPr sz="1725" b="0">
                <a:solidFill>
                  <a:srgbClr val="271C25"/>
                </a:solidFill>
                <a:latin typeface="Arial"/>
                <a:ea typeface="Arial"/>
                <a:cs typeface="Arial"/>
              </a:defRPr>
            </a:lvl6pPr>
            <a:lvl7pPr algn="l">
              <a:defRPr sz="1725" b="0">
                <a:solidFill>
                  <a:srgbClr val="271C25"/>
                </a:solidFill>
                <a:latin typeface="Arial"/>
                <a:ea typeface="Arial"/>
                <a:cs typeface="Arial"/>
              </a:defRPr>
            </a:lvl7pPr>
            <a:lvl8pPr algn="l">
              <a:defRPr sz="1725" b="0">
                <a:solidFill>
                  <a:srgbClr val="271C25"/>
                </a:solidFill>
                <a:latin typeface="Arial"/>
                <a:ea typeface="Arial"/>
                <a:cs typeface="Arial"/>
              </a:defRPr>
            </a:lvl8pPr>
            <a:lvl9pPr algn="l">
              <a:defRPr sz="1725" b="0">
                <a:solidFill>
                  <a:srgbClr val="271C25"/>
                </a:solidFill>
                <a:latin typeface="Arial"/>
                <a:ea typeface="Arial"/>
                <a:cs typeface="Arial"/>
              </a:defRPr>
            </a:lvl9pPr>
          </a:lstStyle>
          <a:p>
            <a:pPr algn="l">
              <a:defRPr sz="1725" b="0">
                <a:solidFill>
                  <a:srgbClr val="271C25"/>
                </a:solidFill>
                <a:latin typeface="Arial"/>
                <a:ea typeface="Arial"/>
                <a:cs typeface="Arial"/>
              </a:defRPr>
            </a:pPr>
            <a:r>
              <a:rPr sz="1725" b="0">
                <a:solidFill>
                  <a:srgbClr val="271C25"/>
                </a:solidFill>
                <a:latin typeface="Arial"/>
                <a:ea typeface="Arial"/>
                <a:cs typeface="Arial"/>
              </a:rPr>
              <a:t>Choose relevant options and review the plan</a:t>
            </a:r>
          </a:p>
        </p:txBody>
      </p:sp>
      <p:sp>
        <p:nvSpPr>
          <p:cNvPr id="8" name="text-36">
            <a:extLst>
              <a:ext uri="{FF2B5EF4-FFF2-40B4-BE49-F238E27FC236}">
                <a16:creationId xmlns:a16="http://schemas.microsoft.com/office/drawing/2014/main" id="{A4FA327B-12EF-4415-E8F5-B7388C729FF0}"/>
              </a:ext>
            </a:extLst>
          </p:cNvPr>
          <p:cNvSpPr>
            <a:spLocks noGrp="1"/>
          </p:cNvSpPr>
          <p:nvPr/>
        </p:nvSpPr>
        <p:spPr>
          <a:xfrm>
            <a:off x="9715500" y="4695825"/>
            <a:ext cx="1714500" cy="419100"/>
          </a:xfrm>
          <a:prstGeom prst="rect">
            <a:avLst/>
          </a:prstGeom>
          <a:noFill/>
          <a:ln w="0">
            <a:noFill/>
          </a:ln>
        </p:spPr>
        <p:txBody>
          <a:bodyPr wrap="square" lIns="0" tIns="0" rIns="0" bIns="0" anchor="t">
            <a:noAutofit/>
          </a:bodyPr>
          <a:lstStyle>
            <a:defPPr algn="l">
              <a:defRPr sz="2400" b="1">
                <a:solidFill>
                  <a:srgbClr val="A60042"/>
                </a:solidFill>
                <a:latin typeface="Consolas"/>
                <a:ea typeface="Consolas"/>
                <a:cs typeface="Consolas"/>
              </a:defRPr>
            </a:defPPr>
            <a:lvl1pPr algn="l">
              <a:defRPr sz="2400" b="1">
                <a:solidFill>
                  <a:srgbClr val="A60042"/>
                </a:solidFill>
                <a:latin typeface="Consolas"/>
                <a:ea typeface="Consolas"/>
                <a:cs typeface="Consolas"/>
              </a:defRPr>
            </a:lvl1pPr>
            <a:lvl2pPr algn="l">
              <a:defRPr sz="2400" b="1">
                <a:solidFill>
                  <a:srgbClr val="A60042"/>
                </a:solidFill>
                <a:latin typeface="Consolas"/>
                <a:ea typeface="Consolas"/>
                <a:cs typeface="Consolas"/>
              </a:defRPr>
            </a:lvl2pPr>
            <a:lvl3pPr algn="l">
              <a:defRPr sz="2400" b="1">
                <a:solidFill>
                  <a:srgbClr val="A60042"/>
                </a:solidFill>
                <a:latin typeface="Consolas"/>
                <a:ea typeface="Consolas"/>
                <a:cs typeface="Consolas"/>
              </a:defRPr>
            </a:lvl3pPr>
            <a:lvl4pPr algn="l">
              <a:defRPr sz="2400" b="1">
                <a:solidFill>
                  <a:srgbClr val="A60042"/>
                </a:solidFill>
                <a:latin typeface="Consolas"/>
                <a:ea typeface="Consolas"/>
                <a:cs typeface="Consolas"/>
              </a:defRPr>
            </a:lvl4pPr>
            <a:lvl5pPr algn="l">
              <a:defRPr sz="2400" b="1">
                <a:solidFill>
                  <a:srgbClr val="A60042"/>
                </a:solidFill>
                <a:latin typeface="Consolas"/>
                <a:ea typeface="Consolas"/>
                <a:cs typeface="Consolas"/>
              </a:defRPr>
            </a:lvl5pPr>
            <a:lvl6pPr algn="l">
              <a:defRPr sz="2400" b="1">
                <a:solidFill>
                  <a:srgbClr val="A60042"/>
                </a:solidFill>
                <a:latin typeface="Consolas"/>
                <a:ea typeface="Consolas"/>
                <a:cs typeface="Consolas"/>
              </a:defRPr>
            </a:lvl6pPr>
            <a:lvl7pPr algn="l">
              <a:defRPr sz="2400" b="1">
                <a:solidFill>
                  <a:srgbClr val="A60042"/>
                </a:solidFill>
                <a:latin typeface="Consolas"/>
                <a:ea typeface="Consolas"/>
                <a:cs typeface="Consolas"/>
              </a:defRPr>
            </a:lvl7pPr>
            <a:lvl8pPr algn="l">
              <a:defRPr sz="2400" b="1">
                <a:solidFill>
                  <a:srgbClr val="A60042"/>
                </a:solidFill>
                <a:latin typeface="Consolas"/>
                <a:ea typeface="Consolas"/>
                <a:cs typeface="Consolas"/>
              </a:defRPr>
            </a:lvl8pPr>
            <a:lvl9pPr algn="l">
              <a:defRPr sz="2400" b="1">
                <a:solidFill>
                  <a:srgbClr val="A60042"/>
                </a:solidFill>
                <a:latin typeface="Consolas"/>
                <a:ea typeface="Consolas"/>
                <a:cs typeface="Consolas"/>
              </a:defRPr>
            </a:lvl9pPr>
          </a:lstStyle>
          <a:p>
            <a:pPr algn="l">
              <a:defRPr sz="2400" b="1">
                <a:solidFill>
                  <a:srgbClr val="A60042"/>
                </a:solidFill>
                <a:latin typeface="Consolas"/>
                <a:ea typeface="Consolas"/>
                <a:cs typeface="Consolas"/>
              </a:defRPr>
            </a:pPr>
            <a:r>
              <a:rPr sz="2400" b="1">
                <a:solidFill>
                  <a:srgbClr val="A60042"/>
                </a:solidFill>
                <a:latin typeface="Consolas"/>
                <a:ea typeface="Consolas"/>
                <a:cs typeface="Consolas"/>
              </a:rPr>
              <a:t>03</a:t>
            </a:r>
          </a:p>
        </p:txBody>
      </p:sp>
      <p:sp>
        <p:nvSpPr>
          <p:cNvPr id="9" name="text-37">
            <a:extLst>
              <a:ext uri="{FF2B5EF4-FFF2-40B4-BE49-F238E27FC236}">
                <a16:creationId xmlns:a16="http://schemas.microsoft.com/office/drawing/2014/main" id="{445B6BBC-89BA-239B-02D5-11691C4BF5D7}"/>
              </a:ext>
            </a:extLst>
          </p:cNvPr>
          <p:cNvSpPr>
            <a:spLocks noGrp="1"/>
          </p:cNvSpPr>
          <p:nvPr/>
        </p:nvSpPr>
        <p:spPr>
          <a:xfrm>
            <a:off x="9715500" y="5200650"/>
            <a:ext cx="1790700" cy="857250"/>
          </a:xfrm>
          <a:prstGeom prst="rect">
            <a:avLst/>
          </a:prstGeom>
          <a:noFill/>
          <a:ln w="0">
            <a:noFill/>
          </a:ln>
        </p:spPr>
        <p:txBody>
          <a:bodyPr wrap="square" lIns="0" tIns="0" rIns="0" bIns="0" anchor="t">
            <a:noAutofit/>
          </a:bodyPr>
          <a:lstStyle>
            <a:defPPr algn="l">
              <a:defRPr sz="1725" b="0">
                <a:solidFill>
                  <a:srgbClr val="271C25"/>
                </a:solidFill>
                <a:latin typeface="Arial"/>
                <a:ea typeface="Arial"/>
                <a:cs typeface="Arial"/>
              </a:defRPr>
            </a:defPPr>
            <a:lvl1pPr algn="l">
              <a:defRPr sz="1725" b="0">
                <a:solidFill>
                  <a:srgbClr val="271C25"/>
                </a:solidFill>
                <a:latin typeface="Arial"/>
                <a:ea typeface="Arial"/>
                <a:cs typeface="Arial"/>
              </a:defRPr>
            </a:lvl1pPr>
            <a:lvl2pPr algn="l">
              <a:defRPr sz="1725" b="0">
                <a:solidFill>
                  <a:srgbClr val="271C25"/>
                </a:solidFill>
                <a:latin typeface="Arial"/>
                <a:ea typeface="Arial"/>
                <a:cs typeface="Arial"/>
              </a:defRPr>
            </a:lvl2pPr>
            <a:lvl3pPr algn="l">
              <a:defRPr sz="1725" b="0">
                <a:solidFill>
                  <a:srgbClr val="271C25"/>
                </a:solidFill>
                <a:latin typeface="Arial"/>
                <a:ea typeface="Arial"/>
                <a:cs typeface="Arial"/>
              </a:defRPr>
            </a:lvl3pPr>
            <a:lvl4pPr algn="l">
              <a:defRPr sz="1725" b="0">
                <a:solidFill>
                  <a:srgbClr val="271C25"/>
                </a:solidFill>
                <a:latin typeface="Arial"/>
                <a:ea typeface="Arial"/>
                <a:cs typeface="Arial"/>
              </a:defRPr>
            </a:lvl4pPr>
            <a:lvl5pPr algn="l">
              <a:defRPr sz="1725" b="0">
                <a:solidFill>
                  <a:srgbClr val="271C25"/>
                </a:solidFill>
                <a:latin typeface="Arial"/>
                <a:ea typeface="Arial"/>
                <a:cs typeface="Arial"/>
              </a:defRPr>
            </a:lvl5pPr>
            <a:lvl6pPr algn="l">
              <a:defRPr sz="1725" b="0">
                <a:solidFill>
                  <a:srgbClr val="271C25"/>
                </a:solidFill>
                <a:latin typeface="Arial"/>
                <a:ea typeface="Arial"/>
                <a:cs typeface="Arial"/>
              </a:defRPr>
            </a:lvl6pPr>
            <a:lvl7pPr algn="l">
              <a:defRPr sz="1725" b="0">
                <a:solidFill>
                  <a:srgbClr val="271C25"/>
                </a:solidFill>
                <a:latin typeface="Arial"/>
                <a:ea typeface="Arial"/>
                <a:cs typeface="Arial"/>
              </a:defRPr>
            </a:lvl7pPr>
            <a:lvl8pPr algn="l">
              <a:defRPr sz="1725" b="0">
                <a:solidFill>
                  <a:srgbClr val="271C25"/>
                </a:solidFill>
                <a:latin typeface="Arial"/>
                <a:ea typeface="Arial"/>
                <a:cs typeface="Arial"/>
              </a:defRPr>
            </a:lvl8pPr>
            <a:lvl9pPr algn="l">
              <a:defRPr sz="1725" b="0">
                <a:solidFill>
                  <a:srgbClr val="271C25"/>
                </a:solidFill>
                <a:latin typeface="Arial"/>
                <a:ea typeface="Arial"/>
                <a:cs typeface="Arial"/>
              </a:defRPr>
            </a:lvl9pPr>
          </a:lstStyle>
          <a:p>
            <a:pPr algn="l">
              <a:defRPr sz="1725" b="0">
                <a:solidFill>
                  <a:srgbClr val="271C25"/>
                </a:solidFill>
                <a:latin typeface="Arial"/>
                <a:ea typeface="Arial"/>
                <a:cs typeface="Arial"/>
              </a:defRPr>
            </a:pPr>
            <a:r>
              <a:rPr sz="1725" b="0">
                <a:solidFill>
                  <a:srgbClr val="271C25"/>
                </a:solidFill>
                <a:latin typeface="Arial"/>
                <a:ea typeface="Arial"/>
                <a:cs typeface="Arial"/>
              </a:rPr>
              <a:t>Add selected evidence, then export</a:t>
            </a:r>
          </a:p>
        </p:txBody>
      </p:sp>
      <p:sp>
        <p:nvSpPr>
          <p:cNvPr id="10" name="text-38">
            <a:extLst>
              <a:ext uri="{FF2B5EF4-FFF2-40B4-BE49-F238E27FC236}">
                <a16:creationId xmlns:a16="http://schemas.microsoft.com/office/drawing/2014/main" id="{83A1312B-4BFE-E8BB-82FC-B8C4D708392F}"/>
              </a:ext>
            </a:extLst>
          </p:cNvPr>
          <p:cNvSpPr>
            <a:spLocks noGrp="1"/>
          </p:cNvSpPr>
          <p:nvPr/>
        </p:nvSpPr>
        <p:spPr>
          <a:xfrm>
            <a:off x="685800" y="6172200"/>
            <a:ext cx="10134600" cy="457200"/>
          </a:xfrm>
          <a:prstGeom prst="rect">
            <a:avLst/>
          </a:prstGeom>
          <a:noFill/>
          <a:ln w="0">
            <a:noFill/>
          </a:ln>
        </p:spPr>
        <p:txBody>
          <a:bodyPr wrap="square" lIns="0" tIns="0" rIns="0" bIns="0" anchor="t">
            <a:noAutofit/>
          </a:bodyPr>
          <a:lstStyle>
            <a:defPPr algn="l">
              <a:defRPr sz="1200" b="0">
                <a:solidFill>
                  <a:srgbClr val="786772"/>
                </a:solidFill>
                <a:latin typeface="Arial"/>
                <a:ea typeface="Arial"/>
                <a:cs typeface="Arial"/>
              </a:defRPr>
            </a:defPPr>
            <a:lvl1pPr algn="l">
              <a:defRPr sz="1200" b="0">
                <a:solidFill>
                  <a:srgbClr val="786772"/>
                </a:solidFill>
                <a:latin typeface="Arial"/>
                <a:ea typeface="Arial"/>
                <a:cs typeface="Arial"/>
              </a:defRPr>
            </a:lvl1pPr>
            <a:lvl2pPr algn="l">
              <a:defRPr sz="1200" b="0">
                <a:solidFill>
                  <a:srgbClr val="786772"/>
                </a:solidFill>
                <a:latin typeface="Arial"/>
                <a:ea typeface="Arial"/>
                <a:cs typeface="Arial"/>
              </a:defRPr>
            </a:lvl2pPr>
            <a:lvl3pPr algn="l">
              <a:defRPr sz="1200" b="0">
                <a:solidFill>
                  <a:srgbClr val="786772"/>
                </a:solidFill>
                <a:latin typeface="Arial"/>
                <a:ea typeface="Arial"/>
                <a:cs typeface="Arial"/>
              </a:defRPr>
            </a:lvl3pPr>
            <a:lvl4pPr algn="l">
              <a:defRPr sz="1200" b="0">
                <a:solidFill>
                  <a:srgbClr val="786772"/>
                </a:solidFill>
                <a:latin typeface="Arial"/>
                <a:ea typeface="Arial"/>
                <a:cs typeface="Arial"/>
              </a:defRPr>
            </a:lvl4pPr>
            <a:lvl5pPr algn="l">
              <a:defRPr sz="1200" b="0">
                <a:solidFill>
                  <a:srgbClr val="786772"/>
                </a:solidFill>
                <a:latin typeface="Arial"/>
                <a:ea typeface="Arial"/>
                <a:cs typeface="Arial"/>
              </a:defRPr>
            </a:lvl5pPr>
            <a:lvl6pPr algn="l">
              <a:defRPr sz="1200" b="0">
                <a:solidFill>
                  <a:srgbClr val="786772"/>
                </a:solidFill>
                <a:latin typeface="Arial"/>
                <a:ea typeface="Arial"/>
                <a:cs typeface="Arial"/>
              </a:defRPr>
            </a:lvl6pPr>
            <a:lvl7pPr algn="l">
              <a:defRPr sz="1200" b="0">
                <a:solidFill>
                  <a:srgbClr val="786772"/>
                </a:solidFill>
                <a:latin typeface="Arial"/>
                <a:ea typeface="Arial"/>
                <a:cs typeface="Arial"/>
              </a:defRPr>
            </a:lvl7pPr>
            <a:lvl8pPr algn="l">
              <a:defRPr sz="1200" b="0">
                <a:solidFill>
                  <a:srgbClr val="786772"/>
                </a:solidFill>
                <a:latin typeface="Arial"/>
                <a:ea typeface="Arial"/>
                <a:cs typeface="Arial"/>
              </a:defRPr>
            </a:lvl8pPr>
            <a:lvl9pPr algn="l">
              <a:defRPr sz="1200" b="0">
                <a:solidFill>
                  <a:srgbClr val="786772"/>
                </a:solidFill>
                <a:latin typeface="Arial"/>
                <a:ea typeface="Arial"/>
                <a:cs typeface="Arial"/>
              </a:defRPr>
            </a:lvl9pPr>
          </a:lstStyle>
          <a:p>
            <a:pPr algn="l">
              <a:defRPr sz="1200" b="0">
                <a:solidFill>
                  <a:srgbClr val="786772"/>
                </a:solidFill>
                <a:latin typeface="Arial"/>
                <a:ea typeface="Arial"/>
                <a:cs typeface="Arial"/>
              </a:defRPr>
            </a:pPr>
            <a:r>
              <a:rPr sz="1200" b="0">
                <a:solidFill>
                  <a:srgbClr val="786772"/>
                </a:solidFill>
                <a:latin typeface="Arial"/>
                <a:ea typeface="Arial"/>
                <a:cs typeface="Arial"/>
              </a:rPr>
              <a:t>English translation of the supplied UI. Export HTML, Markdown or JSON. Execution requires separate authorization.</a:t>
            </a:r>
          </a:p>
        </p:txBody>
      </p:sp>
      <p:pic>
        <p:nvPicPr>
          <p:cNvPr id="13" name="图片 12">
            <a:extLst>
              <a:ext uri="{FF2B5EF4-FFF2-40B4-BE49-F238E27FC236}">
                <a16:creationId xmlns:a16="http://schemas.microsoft.com/office/drawing/2014/main" id="{A88040B4-D1C6-92B6-92CA-8B450CD76689}"/>
              </a:ext>
            </a:extLst>
          </p:cNvPr>
          <p:cNvPicPr>
            <a:picLocks noChangeAspect="1"/>
          </p:cNvPicPr>
          <p:nvPr/>
        </p:nvPicPr>
        <p:blipFill>
          <a:blip r:embed="rId3"/>
          <a:stretch>
            <a:fillRect/>
          </a:stretch>
        </p:blipFill>
        <p:spPr>
          <a:xfrm>
            <a:off x="580030" y="1415333"/>
            <a:ext cx="8748215" cy="4191054"/>
          </a:xfrm>
          <a:prstGeom prst="rect">
            <a:avLst/>
          </a:prstGeom>
        </p:spPr>
      </p:pic>
    </p:spTree>
    <p:extLst>
      <p:ext uri="{BB962C8B-B14F-4D97-AF65-F5344CB8AC3E}">
        <p14:creationId xmlns:p14="http://schemas.microsoft.com/office/powerpoint/2010/main" val="825380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90D17"/>
        </a:solidFill>
        <a:effectLst/>
      </p:bgPr>
    </p:bg>
    <p:spTree>
      <p:nvGrpSpPr>
        <p:cNvPr id="1" name=""/>
        <p:cNvGrpSpPr/>
        <p:nvPr/>
      </p:nvGrpSpPr>
      <p:grpSpPr>
        <a:xfrm>
          <a:off x="0" y="0"/>
          <a:ext cx="0" cy="0"/>
          <a:chOff x="0" y="0"/>
          <a:chExt cx="0" cy="0"/>
        </a:xfrm>
      </p:grpSpPr>
      <p:sp>
        <p:nvSpPr>
          <p:cNvPr id="9" name="slide-7-title">
            <a:extLst>
              <a:ext uri="{FF2B5EF4-FFF2-40B4-BE49-F238E27FC236}">
                <a16:creationId xmlns:a16="http://schemas.microsoft.com/office/drawing/2014/main" id="{9239B42F-0E90-40FB-9F66-C4B86D704E82}"/>
              </a:ext>
            </a:extLst>
          </p:cNvPr>
          <p:cNvSpPr>
            <a:spLocks noGrp="1"/>
          </p:cNvSpPr>
          <p:nvPr/>
        </p:nvSpPr>
        <p:spPr>
          <a:xfrm>
            <a:off x="685800" y="514350"/>
            <a:ext cx="10820400" cy="1066800"/>
          </a:xfrm>
          <a:prstGeom prst="rect">
            <a:avLst/>
          </a:prstGeom>
          <a:noFill/>
          <a:ln w="0">
            <a:noFill/>
          </a:ln>
        </p:spPr>
        <p:txBody>
          <a:bodyPr wrap="square" lIns="0" tIns="0" rIns="0" bIns="0" anchor="t">
            <a:noAutofit/>
          </a:bodyPr>
          <a:lstStyle>
            <a:defPPr algn="l">
              <a:defRPr sz="3300" b="1">
                <a:solidFill>
                  <a:srgbClr val="FFFFFF"/>
                </a:solidFill>
                <a:latin typeface="Arial"/>
                <a:ea typeface="Arial"/>
                <a:cs typeface="Arial"/>
              </a:defRPr>
            </a:defPPr>
            <a:lvl1pPr algn="l">
              <a:defRPr sz="3300" b="1">
                <a:solidFill>
                  <a:srgbClr val="FFFFFF"/>
                </a:solidFill>
                <a:latin typeface="Arial"/>
                <a:ea typeface="Arial"/>
                <a:cs typeface="Arial"/>
              </a:defRPr>
            </a:lvl1pPr>
            <a:lvl2pPr algn="l">
              <a:defRPr sz="3300" b="1">
                <a:solidFill>
                  <a:srgbClr val="FFFFFF"/>
                </a:solidFill>
                <a:latin typeface="Arial"/>
                <a:ea typeface="Arial"/>
                <a:cs typeface="Arial"/>
              </a:defRPr>
            </a:lvl2pPr>
            <a:lvl3pPr algn="l">
              <a:defRPr sz="3300" b="1">
                <a:solidFill>
                  <a:srgbClr val="FFFFFF"/>
                </a:solidFill>
                <a:latin typeface="Arial"/>
                <a:ea typeface="Arial"/>
                <a:cs typeface="Arial"/>
              </a:defRPr>
            </a:lvl3pPr>
            <a:lvl4pPr algn="l">
              <a:defRPr sz="3300" b="1">
                <a:solidFill>
                  <a:srgbClr val="FFFFFF"/>
                </a:solidFill>
                <a:latin typeface="Arial"/>
                <a:ea typeface="Arial"/>
                <a:cs typeface="Arial"/>
              </a:defRPr>
            </a:lvl4pPr>
            <a:lvl5pPr algn="l">
              <a:defRPr sz="3300" b="1">
                <a:solidFill>
                  <a:srgbClr val="FFFFFF"/>
                </a:solidFill>
                <a:latin typeface="Arial"/>
                <a:ea typeface="Arial"/>
                <a:cs typeface="Arial"/>
              </a:defRPr>
            </a:lvl5pPr>
            <a:lvl6pPr algn="l">
              <a:defRPr sz="3300" b="1">
                <a:solidFill>
                  <a:srgbClr val="FFFFFF"/>
                </a:solidFill>
                <a:latin typeface="Arial"/>
                <a:ea typeface="Arial"/>
                <a:cs typeface="Arial"/>
              </a:defRPr>
            </a:lvl6pPr>
            <a:lvl7pPr algn="l">
              <a:defRPr sz="3300" b="1">
                <a:solidFill>
                  <a:srgbClr val="FFFFFF"/>
                </a:solidFill>
                <a:latin typeface="Arial"/>
                <a:ea typeface="Arial"/>
                <a:cs typeface="Arial"/>
              </a:defRPr>
            </a:lvl7pPr>
            <a:lvl8pPr algn="l">
              <a:defRPr sz="3300" b="1">
                <a:solidFill>
                  <a:srgbClr val="FFFFFF"/>
                </a:solidFill>
                <a:latin typeface="Arial"/>
                <a:ea typeface="Arial"/>
                <a:cs typeface="Arial"/>
              </a:defRPr>
            </a:lvl8pPr>
            <a:lvl9pPr algn="l">
              <a:defRPr sz="3300" b="1">
                <a:solidFill>
                  <a:srgbClr val="FFFFFF"/>
                </a:solidFill>
                <a:latin typeface="Arial"/>
                <a:ea typeface="Arial"/>
                <a:cs typeface="Arial"/>
              </a:defRPr>
            </a:lvl9pPr>
          </a:lstStyle>
          <a:p>
            <a:pPr algn="l">
              <a:defRPr sz="3300" b="1">
                <a:solidFill>
                  <a:srgbClr val="FFFFFF"/>
                </a:solidFill>
                <a:latin typeface="Arial"/>
                <a:ea typeface="Arial"/>
                <a:cs typeface="Arial"/>
              </a:defRPr>
            </a:pPr>
            <a:r>
              <a:rPr sz="3300" b="1" dirty="0">
                <a:solidFill>
                  <a:srgbClr val="FFFFFF"/>
                </a:solidFill>
                <a:latin typeface="Arial"/>
                <a:ea typeface="Arial"/>
                <a:cs typeface="Arial"/>
              </a:rPr>
              <a:t>Visit our GitHub and learn more</a:t>
            </a:r>
            <a:r>
              <a:rPr lang="en-US" sz="3300" b="1" dirty="0">
                <a:solidFill>
                  <a:srgbClr val="FFFFFF"/>
                </a:solidFill>
                <a:latin typeface="Arial"/>
                <a:ea typeface="Arial"/>
                <a:cs typeface="Arial"/>
              </a:rPr>
              <a:t> </a:t>
            </a:r>
            <a:endParaRPr sz="3300" b="1" dirty="0">
              <a:solidFill>
                <a:srgbClr val="FFFFFF"/>
              </a:solidFill>
              <a:latin typeface="Arial"/>
              <a:ea typeface="Arial"/>
              <a:cs typeface="Arial"/>
            </a:endParaRPr>
          </a:p>
        </p:txBody>
      </p:sp>
      <p:sp>
        <p:nvSpPr>
          <p:cNvPr id="2" name="text-39">
            <a:extLst>
              <a:ext uri="{FF2B5EF4-FFF2-40B4-BE49-F238E27FC236}">
                <a16:creationId xmlns:a16="http://schemas.microsoft.com/office/drawing/2014/main" id="{0D33BF2D-8DC6-4541-9A1F-9F82AAD9590B}"/>
              </a:ext>
            </a:extLst>
          </p:cNvPr>
          <p:cNvSpPr>
            <a:spLocks noGrp="1"/>
          </p:cNvSpPr>
          <p:nvPr/>
        </p:nvSpPr>
        <p:spPr>
          <a:xfrm>
            <a:off x="11125200" y="6353175"/>
            <a:ext cx="381000" cy="238125"/>
          </a:xfrm>
          <a:prstGeom prst="rect">
            <a:avLst/>
          </a:prstGeom>
          <a:noFill/>
          <a:ln w="0">
            <a:noFill/>
          </a:ln>
        </p:spPr>
        <p:txBody>
          <a:bodyPr wrap="square" lIns="0" tIns="0" rIns="0" bIns="0" anchor="t">
            <a:noAutofit/>
          </a:bodyPr>
          <a:lstStyle>
            <a:defPPr algn="r">
              <a:defRPr sz="1275" b="0">
                <a:solidFill>
                  <a:srgbClr val="EEDDE6"/>
                </a:solidFill>
                <a:latin typeface="Arial"/>
                <a:ea typeface="Arial"/>
                <a:cs typeface="Arial"/>
              </a:defRPr>
            </a:defPPr>
            <a:lvl1pPr algn="r">
              <a:defRPr sz="1275" b="0">
                <a:solidFill>
                  <a:srgbClr val="EEDDE6"/>
                </a:solidFill>
                <a:latin typeface="Arial"/>
                <a:ea typeface="Arial"/>
                <a:cs typeface="Arial"/>
              </a:defRPr>
            </a:lvl1pPr>
            <a:lvl2pPr algn="r">
              <a:defRPr sz="1275" b="0">
                <a:solidFill>
                  <a:srgbClr val="EEDDE6"/>
                </a:solidFill>
                <a:latin typeface="Arial"/>
                <a:ea typeface="Arial"/>
                <a:cs typeface="Arial"/>
              </a:defRPr>
            </a:lvl2pPr>
            <a:lvl3pPr algn="r">
              <a:defRPr sz="1275" b="0">
                <a:solidFill>
                  <a:srgbClr val="EEDDE6"/>
                </a:solidFill>
                <a:latin typeface="Arial"/>
                <a:ea typeface="Arial"/>
                <a:cs typeface="Arial"/>
              </a:defRPr>
            </a:lvl3pPr>
            <a:lvl4pPr algn="r">
              <a:defRPr sz="1275" b="0">
                <a:solidFill>
                  <a:srgbClr val="EEDDE6"/>
                </a:solidFill>
                <a:latin typeface="Arial"/>
                <a:ea typeface="Arial"/>
                <a:cs typeface="Arial"/>
              </a:defRPr>
            </a:lvl4pPr>
            <a:lvl5pPr algn="r">
              <a:defRPr sz="1275" b="0">
                <a:solidFill>
                  <a:srgbClr val="EEDDE6"/>
                </a:solidFill>
                <a:latin typeface="Arial"/>
                <a:ea typeface="Arial"/>
                <a:cs typeface="Arial"/>
              </a:defRPr>
            </a:lvl5pPr>
            <a:lvl6pPr algn="r">
              <a:defRPr sz="1275" b="0">
                <a:solidFill>
                  <a:srgbClr val="EEDDE6"/>
                </a:solidFill>
                <a:latin typeface="Arial"/>
                <a:ea typeface="Arial"/>
                <a:cs typeface="Arial"/>
              </a:defRPr>
            </a:lvl6pPr>
            <a:lvl7pPr algn="r">
              <a:defRPr sz="1275" b="0">
                <a:solidFill>
                  <a:srgbClr val="EEDDE6"/>
                </a:solidFill>
                <a:latin typeface="Arial"/>
                <a:ea typeface="Arial"/>
                <a:cs typeface="Arial"/>
              </a:defRPr>
            </a:lvl7pPr>
            <a:lvl8pPr algn="r">
              <a:defRPr sz="1275" b="0">
                <a:solidFill>
                  <a:srgbClr val="EEDDE6"/>
                </a:solidFill>
                <a:latin typeface="Arial"/>
                <a:ea typeface="Arial"/>
                <a:cs typeface="Arial"/>
              </a:defRPr>
            </a:lvl8pPr>
            <a:lvl9pPr algn="r">
              <a:defRPr sz="1275" b="0">
                <a:solidFill>
                  <a:srgbClr val="EEDDE6"/>
                </a:solidFill>
                <a:latin typeface="Arial"/>
                <a:ea typeface="Arial"/>
                <a:cs typeface="Arial"/>
              </a:defRPr>
            </a:lvl9pPr>
          </a:lstStyle>
          <a:p>
            <a:pPr algn="r">
              <a:defRPr sz="1275" b="0">
                <a:solidFill>
                  <a:srgbClr val="EEDDE6"/>
                </a:solidFill>
                <a:latin typeface="Arial"/>
                <a:ea typeface="Arial"/>
                <a:cs typeface="Arial"/>
              </a:defRPr>
            </a:pPr>
            <a:r>
              <a:rPr sz="1275" b="0">
                <a:solidFill>
                  <a:srgbClr val="EEDDE6"/>
                </a:solidFill>
                <a:latin typeface="Arial"/>
                <a:ea typeface="Arial"/>
                <a:cs typeface="Arial"/>
              </a:rPr>
              <a:t>07</a:t>
            </a:r>
          </a:p>
        </p:txBody>
      </p:sp>
      <p:sp>
        <p:nvSpPr>
          <p:cNvPr id="3" name="text-40">
            <a:extLst>
              <a:ext uri="{FF2B5EF4-FFF2-40B4-BE49-F238E27FC236}">
                <a16:creationId xmlns:a16="http://schemas.microsoft.com/office/drawing/2014/main" id="{24E8216C-FF6B-42CD-9365-FC2C22BEE73B}"/>
              </a:ext>
            </a:extLst>
          </p:cNvPr>
          <p:cNvSpPr>
            <a:spLocks noGrp="1"/>
          </p:cNvSpPr>
          <p:nvPr/>
        </p:nvSpPr>
        <p:spPr>
          <a:xfrm>
            <a:off x="704850" y="2000250"/>
            <a:ext cx="10334625" cy="1352550"/>
          </a:xfrm>
          <a:prstGeom prst="rect">
            <a:avLst/>
          </a:prstGeom>
          <a:noFill/>
          <a:ln w="0">
            <a:noFill/>
          </a:ln>
        </p:spPr>
        <p:txBody>
          <a:bodyPr wrap="square" lIns="0" tIns="0" rIns="0" bIns="0" anchor="t">
            <a:noAutofit/>
          </a:bodyPr>
          <a:lstStyle>
            <a:defPPr algn="l">
              <a:defRPr sz="4275" b="1">
                <a:solidFill>
                  <a:srgbClr val="FFFFFF"/>
                </a:solidFill>
                <a:latin typeface="Arial"/>
                <a:ea typeface="Arial"/>
                <a:cs typeface="Arial"/>
              </a:defRPr>
            </a:defPPr>
            <a:lvl1pPr algn="l">
              <a:defRPr sz="4275" b="1">
                <a:solidFill>
                  <a:srgbClr val="FFFFFF"/>
                </a:solidFill>
                <a:latin typeface="Arial"/>
                <a:ea typeface="Arial"/>
                <a:cs typeface="Arial"/>
              </a:defRPr>
            </a:lvl1pPr>
            <a:lvl2pPr algn="l">
              <a:defRPr sz="4275" b="1">
                <a:solidFill>
                  <a:srgbClr val="FFFFFF"/>
                </a:solidFill>
                <a:latin typeface="Arial"/>
                <a:ea typeface="Arial"/>
                <a:cs typeface="Arial"/>
              </a:defRPr>
            </a:lvl2pPr>
            <a:lvl3pPr algn="l">
              <a:defRPr sz="4275" b="1">
                <a:solidFill>
                  <a:srgbClr val="FFFFFF"/>
                </a:solidFill>
                <a:latin typeface="Arial"/>
                <a:ea typeface="Arial"/>
                <a:cs typeface="Arial"/>
              </a:defRPr>
            </a:lvl3pPr>
            <a:lvl4pPr algn="l">
              <a:defRPr sz="4275" b="1">
                <a:solidFill>
                  <a:srgbClr val="FFFFFF"/>
                </a:solidFill>
                <a:latin typeface="Arial"/>
                <a:ea typeface="Arial"/>
                <a:cs typeface="Arial"/>
              </a:defRPr>
            </a:lvl4pPr>
            <a:lvl5pPr algn="l">
              <a:defRPr sz="4275" b="1">
                <a:solidFill>
                  <a:srgbClr val="FFFFFF"/>
                </a:solidFill>
                <a:latin typeface="Arial"/>
                <a:ea typeface="Arial"/>
                <a:cs typeface="Arial"/>
              </a:defRPr>
            </a:lvl5pPr>
            <a:lvl6pPr algn="l">
              <a:defRPr sz="4275" b="1">
                <a:solidFill>
                  <a:srgbClr val="FFFFFF"/>
                </a:solidFill>
                <a:latin typeface="Arial"/>
                <a:ea typeface="Arial"/>
                <a:cs typeface="Arial"/>
              </a:defRPr>
            </a:lvl6pPr>
            <a:lvl7pPr algn="l">
              <a:defRPr sz="4275" b="1">
                <a:solidFill>
                  <a:srgbClr val="FFFFFF"/>
                </a:solidFill>
                <a:latin typeface="Arial"/>
                <a:ea typeface="Arial"/>
                <a:cs typeface="Arial"/>
              </a:defRPr>
            </a:lvl7pPr>
            <a:lvl8pPr algn="l">
              <a:defRPr sz="4275" b="1">
                <a:solidFill>
                  <a:srgbClr val="FFFFFF"/>
                </a:solidFill>
                <a:latin typeface="Arial"/>
                <a:ea typeface="Arial"/>
                <a:cs typeface="Arial"/>
              </a:defRPr>
            </a:lvl8pPr>
            <a:lvl9pPr algn="l">
              <a:defRPr sz="4275" b="1">
                <a:solidFill>
                  <a:srgbClr val="FFFFFF"/>
                </a:solidFill>
                <a:latin typeface="Arial"/>
                <a:ea typeface="Arial"/>
                <a:cs typeface="Arial"/>
              </a:defRPr>
            </a:lvl9pPr>
          </a:lstStyle>
          <a:p>
            <a:pPr algn="l">
              <a:defRPr sz="4275" b="1">
                <a:solidFill>
                  <a:srgbClr val="FFFFFF"/>
                </a:solidFill>
                <a:latin typeface="Arial"/>
                <a:ea typeface="Arial"/>
                <a:cs typeface="Arial"/>
              </a:defRPr>
            </a:pPr>
            <a:r>
              <a:rPr lang="en-US" sz="4275" b="1" dirty="0">
                <a:solidFill>
                  <a:srgbClr val="FFFFFF"/>
                </a:solidFill>
                <a:latin typeface="Arial"/>
                <a:ea typeface="Arial"/>
                <a:cs typeface="Arial"/>
              </a:rPr>
              <a:t>Future Work: Build </a:t>
            </a:r>
            <a:r>
              <a:rPr sz="4275" b="1" dirty="0">
                <a:solidFill>
                  <a:srgbClr val="FFFFFF"/>
                </a:solidFill>
                <a:latin typeface="Arial"/>
                <a:ea typeface="Arial"/>
                <a:cs typeface="Arial"/>
              </a:rPr>
              <a:t>A pilot opportunity</a:t>
            </a:r>
          </a:p>
          <a:p>
            <a:pPr algn="l">
              <a:defRPr sz="4275" b="1">
                <a:solidFill>
                  <a:srgbClr val="FFFFFF"/>
                </a:solidFill>
                <a:latin typeface="Arial"/>
                <a:ea typeface="Arial"/>
                <a:cs typeface="Arial"/>
              </a:defRPr>
            </a:pPr>
            <a:r>
              <a:rPr sz="4275" b="1" dirty="0">
                <a:solidFill>
                  <a:srgbClr val="FFFFFF"/>
                </a:solidFill>
                <a:latin typeface="Arial"/>
                <a:ea typeface="Arial"/>
                <a:cs typeface="Arial"/>
              </a:rPr>
              <a:t>for research teams</a:t>
            </a:r>
          </a:p>
        </p:txBody>
      </p:sp>
      <p:sp>
        <p:nvSpPr>
          <p:cNvPr id="4" name="text-41">
            <a:extLst>
              <a:ext uri="{FF2B5EF4-FFF2-40B4-BE49-F238E27FC236}">
                <a16:creationId xmlns:a16="http://schemas.microsoft.com/office/drawing/2014/main" id="{B447E6E0-D996-4A4D-A242-D85438D42559}"/>
              </a:ext>
            </a:extLst>
          </p:cNvPr>
          <p:cNvSpPr>
            <a:spLocks noGrp="1"/>
          </p:cNvSpPr>
          <p:nvPr/>
        </p:nvSpPr>
        <p:spPr>
          <a:xfrm>
            <a:off x="733425" y="3743325"/>
            <a:ext cx="4848225" cy="400050"/>
          </a:xfrm>
          <a:prstGeom prst="rect">
            <a:avLst/>
          </a:prstGeom>
          <a:noFill/>
          <a:ln w="0">
            <a:noFill/>
          </a:ln>
        </p:spPr>
        <p:txBody>
          <a:bodyPr wrap="square" lIns="0" tIns="0" rIns="0" bIns="0" anchor="t">
            <a:noAutofit/>
          </a:bodyPr>
          <a:lstStyle>
            <a:defPPr algn="l">
              <a:defRPr sz="2175" b="1">
                <a:solidFill>
                  <a:srgbClr val="EEDDE6"/>
                </a:solidFill>
                <a:latin typeface="Arial"/>
                <a:ea typeface="Arial"/>
                <a:cs typeface="Arial"/>
              </a:defRPr>
            </a:defPPr>
            <a:lvl1pPr algn="l">
              <a:defRPr sz="2175" b="1">
                <a:solidFill>
                  <a:srgbClr val="EEDDE6"/>
                </a:solidFill>
                <a:latin typeface="Arial"/>
                <a:ea typeface="Arial"/>
                <a:cs typeface="Arial"/>
              </a:defRPr>
            </a:lvl1pPr>
            <a:lvl2pPr algn="l">
              <a:defRPr sz="2175" b="1">
                <a:solidFill>
                  <a:srgbClr val="EEDDE6"/>
                </a:solidFill>
                <a:latin typeface="Arial"/>
                <a:ea typeface="Arial"/>
                <a:cs typeface="Arial"/>
              </a:defRPr>
            </a:lvl2pPr>
            <a:lvl3pPr algn="l">
              <a:defRPr sz="2175" b="1">
                <a:solidFill>
                  <a:srgbClr val="EEDDE6"/>
                </a:solidFill>
                <a:latin typeface="Arial"/>
                <a:ea typeface="Arial"/>
                <a:cs typeface="Arial"/>
              </a:defRPr>
            </a:lvl3pPr>
            <a:lvl4pPr algn="l">
              <a:defRPr sz="2175" b="1">
                <a:solidFill>
                  <a:srgbClr val="EEDDE6"/>
                </a:solidFill>
                <a:latin typeface="Arial"/>
                <a:ea typeface="Arial"/>
                <a:cs typeface="Arial"/>
              </a:defRPr>
            </a:lvl4pPr>
            <a:lvl5pPr algn="l">
              <a:defRPr sz="2175" b="1">
                <a:solidFill>
                  <a:srgbClr val="EEDDE6"/>
                </a:solidFill>
                <a:latin typeface="Arial"/>
                <a:ea typeface="Arial"/>
                <a:cs typeface="Arial"/>
              </a:defRPr>
            </a:lvl5pPr>
            <a:lvl6pPr algn="l">
              <a:defRPr sz="2175" b="1">
                <a:solidFill>
                  <a:srgbClr val="EEDDE6"/>
                </a:solidFill>
                <a:latin typeface="Arial"/>
                <a:ea typeface="Arial"/>
                <a:cs typeface="Arial"/>
              </a:defRPr>
            </a:lvl6pPr>
            <a:lvl7pPr algn="l">
              <a:defRPr sz="2175" b="1">
                <a:solidFill>
                  <a:srgbClr val="EEDDE6"/>
                </a:solidFill>
                <a:latin typeface="Arial"/>
                <a:ea typeface="Arial"/>
                <a:cs typeface="Arial"/>
              </a:defRPr>
            </a:lvl7pPr>
            <a:lvl8pPr algn="l">
              <a:defRPr sz="2175" b="1">
                <a:solidFill>
                  <a:srgbClr val="EEDDE6"/>
                </a:solidFill>
                <a:latin typeface="Arial"/>
                <a:ea typeface="Arial"/>
                <a:cs typeface="Arial"/>
              </a:defRPr>
            </a:lvl8pPr>
            <a:lvl9pPr algn="l">
              <a:defRPr sz="2175" b="1">
                <a:solidFill>
                  <a:srgbClr val="EEDDE6"/>
                </a:solidFill>
                <a:latin typeface="Arial"/>
                <a:ea typeface="Arial"/>
                <a:cs typeface="Arial"/>
              </a:defRPr>
            </a:lvl9pPr>
          </a:lstStyle>
          <a:p>
            <a:pPr algn="l">
              <a:defRPr sz="2175" b="1">
                <a:solidFill>
                  <a:srgbClr val="EEDDE6"/>
                </a:solidFill>
                <a:latin typeface="Arial"/>
                <a:ea typeface="Arial"/>
                <a:cs typeface="Arial"/>
              </a:defRPr>
            </a:pPr>
            <a:r>
              <a:rPr sz="2175" b="1" dirty="0">
                <a:solidFill>
                  <a:srgbClr val="EEDDE6"/>
                </a:solidFill>
                <a:latin typeface="Arial"/>
                <a:ea typeface="Arial"/>
                <a:cs typeface="Arial"/>
              </a:rPr>
              <a:t>Supervised local prototype</a:t>
            </a:r>
          </a:p>
        </p:txBody>
      </p:sp>
      <p:sp>
        <p:nvSpPr>
          <p:cNvPr id="5" name="text-42">
            <a:extLst>
              <a:ext uri="{FF2B5EF4-FFF2-40B4-BE49-F238E27FC236}">
                <a16:creationId xmlns:a16="http://schemas.microsoft.com/office/drawing/2014/main" id="{AE3F0A0C-B60D-4398-9D9E-76AED8ACC9CD}"/>
              </a:ext>
            </a:extLst>
          </p:cNvPr>
          <p:cNvSpPr>
            <a:spLocks noGrp="1"/>
          </p:cNvSpPr>
          <p:nvPr/>
        </p:nvSpPr>
        <p:spPr>
          <a:xfrm>
            <a:off x="733425" y="4333875"/>
            <a:ext cx="4762500" cy="1028700"/>
          </a:xfrm>
          <a:prstGeom prst="rect">
            <a:avLst/>
          </a:prstGeom>
          <a:noFill/>
          <a:ln w="0">
            <a:noFill/>
          </a:ln>
        </p:spPr>
        <p:txBody>
          <a:bodyPr wrap="square" lIns="0" tIns="0" rIns="0" bIns="0" anchor="t">
            <a:noAutofit/>
          </a:bodyPr>
          <a:lstStyle>
            <a:defPPr algn="l">
              <a:defRPr sz="2025" b="0">
                <a:solidFill>
                  <a:srgbClr val="EEDDE6"/>
                </a:solidFill>
                <a:latin typeface="Arial"/>
                <a:ea typeface="Arial"/>
                <a:cs typeface="Arial"/>
              </a:defRPr>
            </a:defPPr>
            <a:lvl1pPr algn="l">
              <a:defRPr sz="2025" b="0">
                <a:solidFill>
                  <a:srgbClr val="EEDDE6"/>
                </a:solidFill>
                <a:latin typeface="Arial"/>
                <a:ea typeface="Arial"/>
                <a:cs typeface="Arial"/>
              </a:defRPr>
            </a:lvl1pPr>
            <a:lvl2pPr algn="l">
              <a:defRPr sz="2025" b="0">
                <a:solidFill>
                  <a:srgbClr val="EEDDE6"/>
                </a:solidFill>
                <a:latin typeface="Arial"/>
                <a:ea typeface="Arial"/>
                <a:cs typeface="Arial"/>
              </a:defRPr>
            </a:lvl2pPr>
            <a:lvl3pPr algn="l">
              <a:defRPr sz="2025" b="0">
                <a:solidFill>
                  <a:srgbClr val="EEDDE6"/>
                </a:solidFill>
                <a:latin typeface="Arial"/>
                <a:ea typeface="Arial"/>
                <a:cs typeface="Arial"/>
              </a:defRPr>
            </a:lvl3pPr>
            <a:lvl4pPr algn="l">
              <a:defRPr sz="2025" b="0">
                <a:solidFill>
                  <a:srgbClr val="EEDDE6"/>
                </a:solidFill>
                <a:latin typeface="Arial"/>
                <a:ea typeface="Arial"/>
                <a:cs typeface="Arial"/>
              </a:defRPr>
            </a:lvl4pPr>
            <a:lvl5pPr algn="l">
              <a:defRPr sz="2025" b="0">
                <a:solidFill>
                  <a:srgbClr val="EEDDE6"/>
                </a:solidFill>
                <a:latin typeface="Arial"/>
                <a:ea typeface="Arial"/>
                <a:cs typeface="Arial"/>
              </a:defRPr>
            </a:lvl5pPr>
            <a:lvl6pPr algn="l">
              <a:defRPr sz="2025" b="0">
                <a:solidFill>
                  <a:srgbClr val="EEDDE6"/>
                </a:solidFill>
                <a:latin typeface="Arial"/>
                <a:ea typeface="Arial"/>
                <a:cs typeface="Arial"/>
              </a:defRPr>
            </a:lvl6pPr>
            <a:lvl7pPr algn="l">
              <a:defRPr sz="2025" b="0">
                <a:solidFill>
                  <a:srgbClr val="EEDDE6"/>
                </a:solidFill>
                <a:latin typeface="Arial"/>
                <a:ea typeface="Arial"/>
                <a:cs typeface="Arial"/>
              </a:defRPr>
            </a:lvl7pPr>
            <a:lvl8pPr algn="l">
              <a:defRPr sz="2025" b="0">
                <a:solidFill>
                  <a:srgbClr val="EEDDE6"/>
                </a:solidFill>
                <a:latin typeface="Arial"/>
                <a:ea typeface="Arial"/>
                <a:cs typeface="Arial"/>
              </a:defRPr>
            </a:lvl8pPr>
            <a:lvl9pPr algn="l">
              <a:defRPr sz="2025" b="0">
                <a:solidFill>
                  <a:srgbClr val="EEDDE6"/>
                </a:solidFill>
                <a:latin typeface="Arial"/>
                <a:ea typeface="Arial"/>
                <a:cs typeface="Arial"/>
              </a:defRPr>
            </a:lvl9pPr>
          </a:lstStyle>
          <a:p>
            <a:pPr algn="l">
              <a:defRPr sz="2025" b="0">
                <a:solidFill>
                  <a:srgbClr val="EEDDE6"/>
                </a:solidFill>
                <a:latin typeface="Arial"/>
                <a:ea typeface="Arial"/>
                <a:cs typeface="Arial"/>
              </a:defRPr>
            </a:pPr>
            <a:r>
              <a:rPr sz="2025" b="0" dirty="0">
                <a:solidFill>
                  <a:srgbClr val="EEDDE6"/>
                </a:solidFill>
                <a:latin typeface="Arial"/>
                <a:ea typeface="Arial"/>
                <a:cs typeface="Arial"/>
              </a:rPr>
              <a:t>Graduate research, supervisor review and interdisciplinary experiment planning.</a:t>
            </a:r>
          </a:p>
        </p:txBody>
      </p:sp>
      <p:sp>
        <p:nvSpPr>
          <p:cNvPr id="6" name="text-43">
            <a:extLst>
              <a:ext uri="{FF2B5EF4-FFF2-40B4-BE49-F238E27FC236}">
                <a16:creationId xmlns:a16="http://schemas.microsoft.com/office/drawing/2014/main" id="{74C335B6-70A5-4810-97FF-E6333B697854}"/>
              </a:ext>
            </a:extLst>
          </p:cNvPr>
          <p:cNvSpPr>
            <a:spLocks noGrp="1"/>
          </p:cNvSpPr>
          <p:nvPr/>
        </p:nvSpPr>
        <p:spPr>
          <a:xfrm>
            <a:off x="7115175" y="3743325"/>
            <a:ext cx="4305300" cy="400050"/>
          </a:xfrm>
          <a:prstGeom prst="rect">
            <a:avLst/>
          </a:prstGeom>
          <a:noFill/>
          <a:ln w="0">
            <a:noFill/>
          </a:ln>
        </p:spPr>
        <p:txBody>
          <a:bodyPr wrap="square" lIns="0" tIns="0" rIns="0" bIns="0" anchor="t">
            <a:noAutofit/>
          </a:bodyPr>
          <a:lstStyle>
            <a:defPPr algn="l">
              <a:defRPr sz="2175" b="1">
                <a:solidFill>
                  <a:srgbClr val="FFFFFF"/>
                </a:solidFill>
                <a:latin typeface="Arial"/>
                <a:ea typeface="Arial"/>
                <a:cs typeface="Arial"/>
              </a:defRPr>
            </a:defPPr>
            <a:lvl1pPr algn="l">
              <a:defRPr sz="2175" b="1">
                <a:solidFill>
                  <a:srgbClr val="FFFFFF"/>
                </a:solidFill>
                <a:latin typeface="Arial"/>
                <a:ea typeface="Arial"/>
                <a:cs typeface="Arial"/>
              </a:defRPr>
            </a:lvl1pPr>
            <a:lvl2pPr algn="l">
              <a:defRPr sz="2175" b="1">
                <a:solidFill>
                  <a:srgbClr val="FFFFFF"/>
                </a:solidFill>
                <a:latin typeface="Arial"/>
                <a:ea typeface="Arial"/>
                <a:cs typeface="Arial"/>
              </a:defRPr>
            </a:lvl2pPr>
            <a:lvl3pPr algn="l">
              <a:defRPr sz="2175" b="1">
                <a:solidFill>
                  <a:srgbClr val="FFFFFF"/>
                </a:solidFill>
                <a:latin typeface="Arial"/>
                <a:ea typeface="Arial"/>
                <a:cs typeface="Arial"/>
              </a:defRPr>
            </a:lvl3pPr>
            <a:lvl4pPr algn="l">
              <a:defRPr sz="2175" b="1">
                <a:solidFill>
                  <a:srgbClr val="FFFFFF"/>
                </a:solidFill>
                <a:latin typeface="Arial"/>
                <a:ea typeface="Arial"/>
                <a:cs typeface="Arial"/>
              </a:defRPr>
            </a:lvl4pPr>
            <a:lvl5pPr algn="l">
              <a:defRPr sz="2175" b="1">
                <a:solidFill>
                  <a:srgbClr val="FFFFFF"/>
                </a:solidFill>
                <a:latin typeface="Arial"/>
                <a:ea typeface="Arial"/>
                <a:cs typeface="Arial"/>
              </a:defRPr>
            </a:lvl5pPr>
            <a:lvl6pPr algn="l">
              <a:defRPr sz="2175" b="1">
                <a:solidFill>
                  <a:srgbClr val="FFFFFF"/>
                </a:solidFill>
                <a:latin typeface="Arial"/>
                <a:ea typeface="Arial"/>
                <a:cs typeface="Arial"/>
              </a:defRPr>
            </a:lvl6pPr>
            <a:lvl7pPr algn="l">
              <a:defRPr sz="2175" b="1">
                <a:solidFill>
                  <a:srgbClr val="FFFFFF"/>
                </a:solidFill>
                <a:latin typeface="Arial"/>
                <a:ea typeface="Arial"/>
                <a:cs typeface="Arial"/>
              </a:defRPr>
            </a:lvl7pPr>
            <a:lvl8pPr algn="l">
              <a:defRPr sz="2175" b="1">
                <a:solidFill>
                  <a:srgbClr val="FFFFFF"/>
                </a:solidFill>
                <a:latin typeface="Arial"/>
                <a:ea typeface="Arial"/>
                <a:cs typeface="Arial"/>
              </a:defRPr>
            </a:lvl8pPr>
            <a:lvl9pPr algn="l">
              <a:defRPr sz="2175" b="1">
                <a:solidFill>
                  <a:srgbClr val="FFFFFF"/>
                </a:solidFill>
                <a:latin typeface="Arial"/>
                <a:ea typeface="Arial"/>
                <a:cs typeface="Arial"/>
              </a:defRPr>
            </a:lvl9pPr>
          </a:lstStyle>
          <a:p>
            <a:pPr algn="l">
              <a:defRPr sz="2175" b="1">
                <a:solidFill>
                  <a:srgbClr val="FFFFFF"/>
                </a:solidFill>
                <a:latin typeface="Arial"/>
                <a:ea typeface="Arial"/>
                <a:cs typeface="Arial"/>
              </a:defRPr>
            </a:pPr>
            <a:r>
              <a:rPr lang="en-US" dirty="0"/>
              <a:t>Generalization ability</a:t>
            </a:r>
            <a:endParaRPr sz="2175" b="1" dirty="0">
              <a:solidFill>
                <a:srgbClr val="FFFFFF"/>
              </a:solidFill>
              <a:latin typeface="Arial"/>
              <a:ea typeface="Arial"/>
              <a:cs typeface="Arial"/>
            </a:endParaRPr>
          </a:p>
        </p:txBody>
      </p:sp>
      <p:sp>
        <p:nvSpPr>
          <p:cNvPr id="7" name="text-44">
            <a:extLst>
              <a:ext uri="{FF2B5EF4-FFF2-40B4-BE49-F238E27FC236}">
                <a16:creationId xmlns:a16="http://schemas.microsoft.com/office/drawing/2014/main" id="{E7D73754-F54A-4563-BAC6-ED8F8449EF0C}"/>
              </a:ext>
            </a:extLst>
          </p:cNvPr>
          <p:cNvSpPr>
            <a:spLocks noGrp="1"/>
          </p:cNvSpPr>
          <p:nvPr/>
        </p:nvSpPr>
        <p:spPr>
          <a:xfrm>
            <a:off x="7115175" y="4333875"/>
            <a:ext cx="4305300" cy="1085850"/>
          </a:xfrm>
          <a:prstGeom prst="rect">
            <a:avLst/>
          </a:prstGeom>
          <a:noFill/>
          <a:ln w="0">
            <a:noFill/>
          </a:ln>
        </p:spPr>
        <p:txBody>
          <a:bodyPr wrap="square" lIns="0" tIns="0" rIns="0" bIns="0" anchor="t">
            <a:noAutofit/>
          </a:bodyPr>
          <a:lstStyle>
            <a:defPPr algn="l">
              <a:defRPr sz="2100" b="0">
                <a:solidFill>
                  <a:srgbClr val="EEDDE6"/>
                </a:solidFill>
                <a:latin typeface="Arial"/>
                <a:ea typeface="Arial"/>
                <a:cs typeface="Arial"/>
              </a:defRPr>
            </a:defPPr>
            <a:lvl1pPr algn="l">
              <a:defRPr sz="2100" b="0">
                <a:solidFill>
                  <a:srgbClr val="EEDDE6"/>
                </a:solidFill>
                <a:latin typeface="Arial"/>
                <a:ea typeface="Arial"/>
                <a:cs typeface="Arial"/>
              </a:defRPr>
            </a:lvl1pPr>
            <a:lvl2pPr algn="l">
              <a:defRPr sz="2100" b="0">
                <a:solidFill>
                  <a:srgbClr val="EEDDE6"/>
                </a:solidFill>
                <a:latin typeface="Arial"/>
                <a:ea typeface="Arial"/>
                <a:cs typeface="Arial"/>
              </a:defRPr>
            </a:lvl2pPr>
            <a:lvl3pPr algn="l">
              <a:defRPr sz="2100" b="0">
                <a:solidFill>
                  <a:srgbClr val="EEDDE6"/>
                </a:solidFill>
                <a:latin typeface="Arial"/>
                <a:ea typeface="Arial"/>
                <a:cs typeface="Arial"/>
              </a:defRPr>
            </a:lvl3pPr>
            <a:lvl4pPr algn="l">
              <a:defRPr sz="2100" b="0">
                <a:solidFill>
                  <a:srgbClr val="EEDDE6"/>
                </a:solidFill>
                <a:latin typeface="Arial"/>
                <a:ea typeface="Arial"/>
                <a:cs typeface="Arial"/>
              </a:defRPr>
            </a:lvl4pPr>
            <a:lvl5pPr algn="l">
              <a:defRPr sz="2100" b="0">
                <a:solidFill>
                  <a:srgbClr val="EEDDE6"/>
                </a:solidFill>
                <a:latin typeface="Arial"/>
                <a:ea typeface="Arial"/>
                <a:cs typeface="Arial"/>
              </a:defRPr>
            </a:lvl5pPr>
            <a:lvl6pPr algn="l">
              <a:defRPr sz="2100" b="0">
                <a:solidFill>
                  <a:srgbClr val="EEDDE6"/>
                </a:solidFill>
                <a:latin typeface="Arial"/>
                <a:ea typeface="Arial"/>
                <a:cs typeface="Arial"/>
              </a:defRPr>
            </a:lvl6pPr>
            <a:lvl7pPr algn="l">
              <a:defRPr sz="2100" b="0">
                <a:solidFill>
                  <a:srgbClr val="EEDDE6"/>
                </a:solidFill>
                <a:latin typeface="Arial"/>
                <a:ea typeface="Arial"/>
                <a:cs typeface="Arial"/>
              </a:defRPr>
            </a:lvl7pPr>
            <a:lvl8pPr algn="l">
              <a:defRPr sz="2100" b="0">
                <a:solidFill>
                  <a:srgbClr val="EEDDE6"/>
                </a:solidFill>
                <a:latin typeface="Arial"/>
                <a:ea typeface="Arial"/>
                <a:cs typeface="Arial"/>
              </a:defRPr>
            </a:lvl8pPr>
            <a:lvl9pPr algn="l">
              <a:defRPr sz="2100" b="0">
                <a:solidFill>
                  <a:srgbClr val="EEDDE6"/>
                </a:solidFill>
                <a:latin typeface="Arial"/>
                <a:ea typeface="Arial"/>
                <a:cs typeface="Arial"/>
              </a:defRPr>
            </a:lvl9pPr>
          </a:lstStyle>
          <a:p>
            <a:pPr algn="l">
              <a:defRPr sz="2100" b="0">
                <a:solidFill>
                  <a:srgbClr val="EEDDE6"/>
                </a:solidFill>
                <a:latin typeface="Arial"/>
                <a:ea typeface="Arial"/>
                <a:cs typeface="Arial"/>
              </a:defRPr>
            </a:pPr>
            <a:r>
              <a:rPr lang="en-US" dirty="0"/>
              <a:t>Understand </a:t>
            </a:r>
            <a:r>
              <a:rPr sz="2100" b="0" dirty="0">
                <a:solidFill>
                  <a:srgbClr val="EEDDE6"/>
                </a:solidFill>
                <a:latin typeface="Arial"/>
                <a:ea typeface="Arial"/>
                <a:cs typeface="Arial"/>
              </a:rPr>
              <a:t>Researcher</a:t>
            </a:r>
            <a:r>
              <a:rPr lang="en-US" dirty="0"/>
              <a:t>’s idea from </a:t>
            </a:r>
            <a:r>
              <a:rPr lang="en-US"/>
              <a:t>different field</a:t>
            </a:r>
            <a:endParaRPr sz="2100" b="0" dirty="0">
              <a:solidFill>
                <a:srgbClr val="EEDDE6"/>
              </a:solidFill>
              <a:latin typeface="Arial"/>
              <a:ea typeface="Arial"/>
              <a:cs typeface="Arial"/>
            </a:endParaRPr>
          </a:p>
        </p:txBody>
      </p:sp>
      <p:sp>
        <p:nvSpPr>
          <p:cNvPr id="8" name="github-link">
            <a:extLst>
              <a:ext uri="{FF2B5EF4-FFF2-40B4-BE49-F238E27FC236}">
                <a16:creationId xmlns:a16="http://schemas.microsoft.com/office/drawing/2014/main" id="{C2EB38CF-8120-4F68-8229-8538DF9AB471}"/>
              </a:ext>
            </a:extLst>
          </p:cNvPr>
          <p:cNvSpPr>
            <a:spLocks noGrp="1"/>
          </p:cNvSpPr>
          <p:nvPr/>
        </p:nvSpPr>
        <p:spPr>
          <a:xfrm>
            <a:off x="733425" y="1371600"/>
            <a:ext cx="10477500" cy="323850"/>
          </a:xfrm>
          <a:prstGeom prst="rect">
            <a:avLst/>
          </a:prstGeom>
          <a:noFill/>
          <a:ln w="0">
            <a:noFill/>
          </a:ln>
        </p:spPr>
        <p:txBody>
          <a:bodyPr wrap="square" lIns="0" tIns="0" rIns="0" bIns="0" anchor="t">
            <a:noAutofit/>
          </a:bodyPr>
          <a:lstStyle>
            <a:defPPr algn="l">
              <a:defRPr sz="1875" b="0">
                <a:solidFill>
                  <a:srgbClr val="FFFFFF"/>
                </a:solidFill>
                <a:latin typeface="Consolas"/>
                <a:ea typeface="Consolas"/>
                <a:cs typeface="Consolas"/>
              </a:defRPr>
            </a:defPPr>
            <a:lvl1pPr algn="l">
              <a:defRPr sz="1875" b="0">
                <a:solidFill>
                  <a:srgbClr val="FFFFFF"/>
                </a:solidFill>
                <a:latin typeface="Consolas"/>
                <a:ea typeface="Consolas"/>
                <a:cs typeface="Consolas"/>
              </a:defRPr>
            </a:lvl1pPr>
            <a:lvl2pPr algn="l">
              <a:defRPr sz="1875" b="0">
                <a:solidFill>
                  <a:srgbClr val="FFFFFF"/>
                </a:solidFill>
                <a:latin typeface="Consolas"/>
                <a:ea typeface="Consolas"/>
                <a:cs typeface="Consolas"/>
              </a:defRPr>
            </a:lvl2pPr>
            <a:lvl3pPr algn="l">
              <a:defRPr sz="1875" b="0">
                <a:solidFill>
                  <a:srgbClr val="FFFFFF"/>
                </a:solidFill>
                <a:latin typeface="Consolas"/>
                <a:ea typeface="Consolas"/>
                <a:cs typeface="Consolas"/>
              </a:defRPr>
            </a:lvl3pPr>
            <a:lvl4pPr algn="l">
              <a:defRPr sz="1875" b="0">
                <a:solidFill>
                  <a:srgbClr val="FFFFFF"/>
                </a:solidFill>
                <a:latin typeface="Consolas"/>
                <a:ea typeface="Consolas"/>
                <a:cs typeface="Consolas"/>
              </a:defRPr>
            </a:lvl4pPr>
            <a:lvl5pPr algn="l">
              <a:defRPr sz="1875" b="0">
                <a:solidFill>
                  <a:srgbClr val="FFFFFF"/>
                </a:solidFill>
                <a:latin typeface="Consolas"/>
                <a:ea typeface="Consolas"/>
                <a:cs typeface="Consolas"/>
              </a:defRPr>
            </a:lvl5pPr>
            <a:lvl6pPr algn="l">
              <a:defRPr sz="1875" b="0">
                <a:solidFill>
                  <a:srgbClr val="FFFFFF"/>
                </a:solidFill>
                <a:latin typeface="Consolas"/>
                <a:ea typeface="Consolas"/>
                <a:cs typeface="Consolas"/>
              </a:defRPr>
            </a:lvl6pPr>
            <a:lvl7pPr algn="l">
              <a:defRPr sz="1875" b="0">
                <a:solidFill>
                  <a:srgbClr val="FFFFFF"/>
                </a:solidFill>
                <a:latin typeface="Consolas"/>
                <a:ea typeface="Consolas"/>
                <a:cs typeface="Consolas"/>
              </a:defRPr>
            </a:lvl7pPr>
            <a:lvl8pPr algn="l">
              <a:defRPr sz="1875" b="0">
                <a:solidFill>
                  <a:srgbClr val="FFFFFF"/>
                </a:solidFill>
                <a:latin typeface="Consolas"/>
                <a:ea typeface="Consolas"/>
                <a:cs typeface="Consolas"/>
              </a:defRPr>
            </a:lvl8pPr>
            <a:lvl9pPr algn="l">
              <a:defRPr sz="1875" b="0">
                <a:solidFill>
                  <a:srgbClr val="FFFFFF"/>
                </a:solidFill>
                <a:latin typeface="Consolas"/>
                <a:ea typeface="Consolas"/>
                <a:cs typeface="Consolas"/>
              </a:defRPr>
            </a:lvl9pPr>
          </a:lstStyle>
          <a:p>
            <a:pPr algn="l">
              <a:defRPr sz="1875" b="0">
                <a:solidFill>
                  <a:srgbClr val="FFFFFF"/>
                </a:solidFill>
                <a:latin typeface="Consolas"/>
                <a:ea typeface="Consolas"/>
                <a:cs typeface="Consolas"/>
              </a:defRPr>
            </a:pPr>
            <a:r>
              <a:rPr sz="1875" b="0">
                <a:solidFill>
                  <a:srgbClr val="FFFFFF"/>
                </a:solidFill>
                <a:latin typeface="Consolas"/>
                <a:ea typeface="Consolas"/>
                <a:cs typeface="Consolas"/>
              </a:rPr>
              <a:t>github.com/Luo-1020-qc/Science-Bot-AI4S-LRS</a:t>
            </a:r>
          </a:p>
        </p:txBody>
      </p:sp>
    </p:spTree>
    <p:extLst>
      <p:ext uri="{BB962C8B-B14F-4D97-AF65-F5344CB8AC3E}">
        <p14:creationId xmlns:p14="http://schemas.microsoft.com/office/powerpoint/2010/main" val="120556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0D17"/>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2C34801-FCED-4D60-858F-D690B917BCAA}"/>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text-45">
            <a:extLst>
              <a:ext uri="{FF2B5EF4-FFF2-40B4-BE49-F238E27FC236}">
                <a16:creationId xmlns:a16="http://schemas.microsoft.com/office/drawing/2014/main" id="{F73CB23F-6B74-4F1F-A9F6-FB0930C2E7F3}"/>
              </a:ext>
            </a:extLst>
          </p:cNvPr>
          <p:cNvSpPr>
            <a:spLocks noGrp="1"/>
          </p:cNvSpPr>
          <p:nvPr/>
        </p:nvSpPr>
        <p:spPr>
          <a:xfrm>
            <a:off x="704850" y="723900"/>
            <a:ext cx="6858000" cy="571500"/>
          </a:xfrm>
          <a:prstGeom prst="rect">
            <a:avLst/>
          </a:prstGeom>
          <a:noFill/>
          <a:ln w="0">
            <a:noFill/>
          </a:ln>
        </p:spPr>
        <p:txBody>
          <a:bodyPr wrap="square" lIns="0" tIns="0" rIns="0" bIns="0" anchor="t">
            <a:noAutofit/>
          </a:bodyPr>
          <a:lstStyle>
            <a:defPPr algn="l">
              <a:defRPr sz="2850" b="1">
                <a:solidFill>
                  <a:srgbClr val="EEDDE6"/>
                </a:solidFill>
                <a:latin typeface="Consolas"/>
                <a:ea typeface="Consolas"/>
                <a:cs typeface="Consolas"/>
              </a:defRPr>
            </a:defPPr>
            <a:lvl1pPr algn="l">
              <a:defRPr sz="2850" b="1">
                <a:solidFill>
                  <a:srgbClr val="EEDDE6"/>
                </a:solidFill>
                <a:latin typeface="Consolas"/>
                <a:ea typeface="Consolas"/>
                <a:cs typeface="Consolas"/>
              </a:defRPr>
            </a:lvl1pPr>
            <a:lvl2pPr algn="l">
              <a:defRPr sz="2850" b="1">
                <a:solidFill>
                  <a:srgbClr val="EEDDE6"/>
                </a:solidFill>
                <a:latin typeface="Consolas"/>
                <a:ea typeface="Consolas"/>
                <a:cs typeface="Consolas"/>
              </a:defRPr>
            </a:lvl2pPr>
            <a:lvl3pPr algn="l">
              <a:defRPr sz="2850" b="1">
                <a:solidFill>
                  <a:srgbClr val="EEDDE6"/>
                </a:solidFill>
                <a:latin typeface="Consolas"/>
                <a:ea typeface="Consolas"/>
                <a:cs typeface="Consolas"/>
              </a:defRPr>
            </a:lvl3pPr>
            <a:lvl4pPr algn="l">
              <a:defRPr sz="2850" b="1">
                <a:solidFill>
                  <a:srgbClr val="EEDDE6"/>
                </a:solidFill>
                <a:latin typeface="Consolas"/>
                <a:ea typeface="Consolas"/>
                <a:cs typeface="Consolas"/>
              </a:defRPr>
            </a:lvl4pPr>
            <a:lvl5pPr algn="l">
              <a:defRPr sz="2850" b="1">
                <a:solidFill>
                  <a:srgbClr val="EEDDE6"/>
                </a:solidFill>
                <a:latin typeface="Consolas"/>
                <a:ea typeface="Consolas"/>
                <a:cs typeface="Consolas"/>
              </a:defRPr>
            </a:lvl5pPr>
            <a:lvl6pPr algn="l">
              <a:defRPr sz="2850" b="1">
                <a:solidFill>
                  <a:srgbClr val="EEDDE6"/>
                </a:solidFill>
                <a:latin typeface="Consolas"/>
                <a:ea typeface="Consolas"/>
                <a:cs typeface="Consolas"/>
              </a:defRPr>
            </a:lvl6pPr>
            <a:lvl7pPr algn="l">
              <a:defRPr sz="2850" b="1">
                <a:solidFill>
                  <a:srgbClr val="EEDDE6"/>
                </a:solidFill>
                <a:latin typeface="Consolas"/>
                <a:ea typeface="Consolas"/>
                <a:cs typeface="Consolas"/>
              </a:defRPr>
            </a:lvl7pPr>
            <a:lvl8pPr algn="l">
              <a:defRPr sz="2850" b="1">
                <a:solidFill>
                  <a:srgbClr val="EEDDE6"/>
                </a:solidFill>
                <a:latin typeface="Consolas"/>
                <a:ea typeface="Consolas"/>
                <a:cs typeface="Consolas"/>
              </a:defRPr>
            </a:lvl8pPr>
            <a:lvl9pPr algn="l">
              <a:defRPr sz="2850" b="1">
                <a:solidFill>
                  <a:srgbClr val="EEDDE6"/>
                </a:solidFill>
                <a:latin typeface="Consolas"/>
                <a:ea typeface="Consolas"/>
                <a:cs typeface="Consolas"/>
              </a:defRPr>
            </a:lvl9pPr>
          </a:lstStyle>
          <a:p>
            <a:pPr algn="l">
              <a:defRPr sz="2850" b="1">
                <a:solidFill>
                  <a:srgbClr val="EEDDE6"/>
                </a:solidFill>
                <a:latin typeface="Consolas"/>
                <a:ea typeface="Consolas"/>
                <a:cs typeface="Consolas"/>
              </a:defRPr>
            </a:pPr>
            <a:r>
              <a:rPr sz="2850" b="1">
                <a:solidFill>
                  <a:srgbClr val="EEDDE6"/>
                </a:solidFill>
                <a:latin typeface="Consolas"/>
                <a:ea typeface="Consolas"/>
                <a:cs typeface="Consolas"/>
              </a:rPr>
              <a:t>Science-Bot</a:t>
            </a:r>
          </a:p>
        </p:txBody>
      </p:sp>
      <p:sp>
        <p:nvSpPr>
          <p:cNvPr id="3" name="closing-title">
            <a:extLst>
              <a:ext uri="{FF2B5EF4-FFF2-40B4-BE49-F238E27FC236}">
                <a16:creationId xmlns:a16="http://schemas.microsoft.com/office/drawing/2014/main" id="{E515E4FB-B1B9-4BC3-B3C5-104968E670A8}"/>
              </a:ext>
            </a:extLst>
          </p:cNvPr>
          <p:cNvSpPr>
            <a:spLocks noGrp="1"/>
          </p:cNvSpPr>
          <p:nvPr/>
        </p:nvSpPr>
        <p:spPr>
          <a:xfrm>
            <a:off x="666750" y="2428875"/>
            <a:ext cx="7667625" cy="1809750"/>
          </a:xfrm>
          <a:prstGeom prst="rect">
            <a:avLst/>
          </a:prstGeom>
          <a:noFill/>
          <a:ln w="0">
            <a:noFill/>
          </a:ln>
        </p:spPr>
        <p:txBody>
          <a:bodyPr wrap="square" lIns="0" tIns="0" rIns="0" bIns="0" anchor="t">
            <a:noAutofit/>
          </a:bodyPr>
          <a:lstStyle>
            <a:defPPr algn="l">
              <a:defRPr sz="5625" b="1">
                <a:solidFill>
                  <a:srgbClr val="FFFFFF"/>
                </a:solidFill>
                <a:latin typeface="Arial"/>
                <a:ea typeface="Arial"/>
                <a:cs typeface="Arial"/>
              </a:defRPr>
            </a:defPPr>
            <a:lvl1pPr algn="l">
              <a:defRPr sz="5625" b="1">
                <a:solidFill>
                  <a:srgbClr val="FFFFFF"/>
                </a:solidFill>
                <a:latin typeface="Arial"/>
                <a:ea typeface="Arial"/>
                <a:cs typeface="Arial"/>
              </a:defRPr>
            </a:lvl1pPr>
            <a:lvl2pPr algn="l">
              <a:defRPr sz="5625" b="1">
                <a:solidFill>
                  <a:srgbClr val="FFFFFF"/>
                </a:solidFill>
                <a:latin typeface="Arial"/>
                <a:ea typeface="Arial"/>
                <a:cs typeface="Arial"/>
              </a:defRPr>
            </a:lvl2pPr>
            <a:lvl3pPr algn="l">
              <a:defRPr sz="5625" b="1">
                <a:solidFill>
                  <a:srgbClr val="FFFFFF"/>
                </a:solidFill>
                <a:latin typeface="Arial"/>
                <a:ea typeface="Arial"/>
                <a:cs typeface="Arial"/>
              </a:defRPr>
            </a:lvl3pPr>
            <a:lvl4pPr algn="l">
              <a:defRPr sz="5625" b="1">
                <a:solidFill>
                  <a:srgbClr val="FFFFFF"/>
                </a:solidFill>
                <a:latin typeface="Arial"/>
                <a:ea typeface="Arial"/>
                <a:cs typeface="Arial"/>
              </a:defRPr>
            </a:lvl4pPr>
            <a:lvl5pPr algn="l">
              <a:defRPr sz="5625" b="1">
                <a:solidFill>
                  <a:srgbClr val="FFFFFF"/>
                </a:solidFill>
                <a:latin typeface="Arial"/>
                <a:ea typeface="Arial"/>
                <a:cs typeface="Arial"/>
              </a:defRPr>
            </a:lvl5pPr>
            <a:lvl6pPr algn="l">
              <a:defRPr sz="5625" b="1">
                <a:solidFill>
                  <a:srgbClr val="FFFFFF"/>
                </a:solidFill>
                <a:latin typeface="Arial"/>
                <a:ea typeface="Arial"/>
                <a:cs typeface="Arial"/>
              </a:defRPr>
            </a:lvl6pPr>
            <a:lvl7pPr algn="l">
              <a:defRPr sz="5625" b="1">
                <a:solidFill>
                  <a:srgbClr val="FFFFFF"/>
                </a:solidFill>
                <a:latin typeface="Arial"/>
                <a:ea typeface="Arial"/>
                <a:cs typeface="Arial"/>
              </a:defRPr>
            </a:lvl7pPr>
            <a:lvl8pPr algn="l">
              <a:defRPr sz="5625" b="1">
                <a:solidFill>
                  <a:srgbClr val="FFFFFF"/>
                </a:solidFill>
                <a:latin typeface="Arial"/>
                <a:ea typeface="Arial"/>
                <a:cs typeface="Arial"/>
              </a:defRPr>
            </a:lvl8pPr>
            <a:lvl9pPr algn="l">
              <a:defRPr sz="5625" b="1">
                <a:solidFill>
                  <a:srgbClr val="FFFFFF"/>
                </a:solidFill>
                <a:latin typeface="Arial"/>
                <a:ea typeface="Arial"/>
                <a:cs typeface="Arial"/>
              </a:defRPr>
            </a:lvl9pPr>
          </a:lstStyle>
          <a:p>
            <a:pPr algn="l">
              <a:defRPr sz="5625" b="1">
                <a:solidFill>
                  <a:srgbClr val="FFFFFF"/>
                </a:solidFill>
                <a:latin typeface="Arial"/>
                <a:ea typeface="Arial"/>
                <a:cs typeface="Arial"/>
              </a:defRPr>
            </a:pPr>
            <a:r>
              <a:rPr sz="5625" b="1">
                <a:solidFill>
                  <a:srgbClr val="FFFFFF"/>
                </a:solidFill>
                <a:latin typeface="Arial"/>
                <a:ea typeface="Arial"/>
                <a:cs typeface="Arial"/>
              </a:rPr>
              <a:t>Thanks for</a:t>
            </a:r>
          </a:p>
          <a:p>
            <a:pPr algn="l">
              <a:defRPr sz="5625" b="1">
                <a:solidFill>
                  <a:srgbClr val="FFFFFF"/>
                </a:solidFill>
                <a:latin typeface="Arial"/>
                <a:ea typeface="Arial"/>
                <a:cs typeface="Arial"/>
              </a:defRPr>
            </a:pPr>
            <a:r>
              <a:rPr sz="5625" b="1">
                <a:solidFill>
                  <a:srgbClr val="FFFFFF"/>
                </a:solidFill>
                <a:latin typeface="Arial"/>
                <a:ea typeface="Arial"/>
                <a:cs typeface="Arial"/>
              </a:rPr>
              <a:t>your attention</a:t>
            </a:r>
          </a:p>
        </p:txBody>
      </p:sp>
      <p:sp>
        <p:nvSpPr>
          <p:cNvPr id="4" name="text-46">
            <a:extLst>
              <a:ext uri="{FF2B5EF4-FFF2-40B4-BE49-F238E27FC236}">
                <a16:creationId xmlns:a16="http://schemas.microsoft.com/office/drawing/2014/main" id="{D160D22F-E398-41CB-AEE7-88A59B2E1C2C}"/>
              </a:ext>
            </a:extLst>
          </p:cNvPr>
          <p:cNvSpPr>
            <a:spLocks noGrp="1"/>
          </p:cNvSpPr>
          <p:nvPr/>
        </p:nvSpPr>
        <p:spPr>
          <a:xfrm>
            <a:off x="723900" y="5210175"/>
            <a:ext cx="6667500" cy="895350"/>
          </a:xfrm>
          <a:prstGeom prst="rect">
            <a:avLst/>
          </a:prstGeom>
          <a:noFill/>
          <a:ln w="0">
            <a:noFill/>
          </a:ln>
        </p:spPr>
        <p:txBody>
          <a:bodyPr wrap="square" lIns="0" tIns="0" rIns="0" bIns="0" anchor="t">
            <a:noAutofit/>
          </a:bodyPr>
          <a:lstStyle>
            <a:defPPr algn="l">
              <a:defRPr sz="2325" b="0">
                <a:solidFill>
                  <a:srgbClr val="FFFFFF"/>
                </a:solidFill>
                <a:latin typeface="Arial"/>
                <a:ea typeface="Arial"/>
                <a:cs typeface="Arial"/>
              </a:defRPr>
            </a:defPPr>
            <a:lvl1pPr algn="l">
              <a:defRPr sz="2325" b="0">
                <a:solidFill>
                  <a:srgbClr val="FFFFFF"/>
                </a:solidFill>
                <a:latin typeface="Arial"/>
                <a:ea typeface="Arial"/>
                <a:cs typeface="Arial"/>
              </a:defRPr>
            </a:lvl1pPr>
            <a:lvl2pPr algn="l">
              <a:defRPr sz="2325" b="0">
                <a:solidFill>
                  <a:srgbClr val="FFFFFF"/>
                </a:solidFill>
                <a:latin typeface="Arial"/>
                <a:ea typeface="Arial"/>
                <a:cs typeface="Arial"/>
              </a:defRPr>
            </a:lvl2pPr>
            <a:lvl3pPr algn="l">
              <a:defRPr sz="2325" b="0">
                <a:solidFill>
                  <a:srgbClr val="FFFFFF"/>
                </a:solidFill>
                <a:latin typeface="Arial"/>
                <a:ea typeface="Arial"/>
                <a:cs typeface="Arial"/>
              </a:defRPr>
            </a:lvl3pPr>
            <a:lvl4pPr algn="l">
              <a:defRPr sz="2325" b="0">
                <a:solidFill>
                  <a:srgbClr val="FFFFFF"/>
                </a:solidFill>
                <a:latin typeface="Arial"/>
                <a:ea typeface="Arial"/>
                <a:cs typeface="Arial"/>
              </a:defRPr>
            </a:lvl4pPr>
            <a:lvl5pPr algn="l">
              <a:defRPr sz="2325" b="0">
                <a:solidFill>
                  <a:srgbClr val="FFFFFF"/>
                </a:solidFill>
                <a:latin typeface="Arial"/>
                <a:ea typeface="Arial"/>
                <a:cs typeface="Arial"/>
              </a:defRPr>
            </a:lvl5pPr>
            <a:lvl6pPr algn="l">
              <a:defRPr sz="2325" b="0">
                <a:solidFill>
                  <a:srgbClr val="FFFFFF"/>
                </a:solidFill>
                <a:latin typeface="Arial"/>
                <a:ea typeface="Arial"/>
                <a:cs typeface="Arial"/>
              </a:defRPr>
            </a:lvl6pPr>
            <a:lvl7pPr algn="l">
              <a:defRPr sz="2325" b="0">
                <a:solidFill>
                  <a:srgbClr val="FFFFFF"/>
                </a:solidFill>
                <a:latin typeface="Arial"/>
                <a:ea typeface="Arial"/>
                <a:cs typeface="Arial"/>
              </a:defRPr>
            </a:lvl7pPr>
            <a:lvl8pPr algn="l">
              <a:defRPr sz="2325" b="0">
                <a:solidFill>
                  <a:srgbClr val="FFFFFF"/>
                </a:solidFill>
                <a:latin typeface="Arial"/>
                <a:ea typeface="Arial"/>
                <a:cs typeface="Arial"/>
              </a:defRPr>
            </a:lvl8pPr>
            <a:lvl9pPr algn="l">
              <a:defRPr sz="2325" b="0">
                <a:solidFill>
                  <a:srgbClr val="FFFFFF"/>
                </a:solidFill>
                <a:latin typeface="Arial"/>
                <a:ea typeface="Arial"/>
                <a:cs typeface="Arial"/>
              </a:defRPr>
            </a:lvl9pPr>
          </a:lstStyle>
          <a:p>
            <a:pPr algn="l">
              <a:defRPr sz="2325" b="0">
                <a:solidFill>
                  <a:srgbClr val="FFFFFF"/>
                </a:solidFill>
                <a:latin typeface="Arial"/>
                <a:ea typeface="Arial"/>
                <a:cs typeface="Arial"/>
              </a:defRPr>
            </a:pPr>
            <a:r>
              <a:rPr sz="2325" b="0">
                <a:solidFill>
                  <a:srgbClr val="FFFFFF"/>
                </a:solidFill>
                <a:latin typeface="Arial"/>
                <a:ea typeface="Arial"/>
                <a:cs typeface="Arial"/>
              </a:rPr>
              <a:t>Maintain your scientific research</a:t>
            </a:r>
          </a:p>
          <a:p>
            <a:pPr algn="l">
              <a:defRPr sz="2325" b="0">
                <a:solidFill>
                  <a:srgbClr val="FFFFFF"/>
                </a:solidFill>
                <a:latin typeface="Arial"/>
                <a:ea typeface="Arial"/>
                <a:cs typeface="Arial"/>
              </a:defRPr>
            </a:pPr>
            <a:r>
              <a:rPr sz="2325" b="0">
                <a:solidFill>
                  <a:srgbClr val="FFFFFF"/>
                </a:solidFill>
                <a:latin typeface="Arial"/>
                <a:ea typeface="Arial"/>
                <a:cs typeface="Arial"/>
              </a:rPr>
              <a:t>ability in the age of AI</a:t>
            </a:r>
          </a:p>
        </p:txBody>
      </p:sp>
    </p:spTree>
    <p:extLst>
      <p:ext uri="{BB962C8B-B14F-4D97-AF65-F5344CB8AC3E}">
        <p14:creationId xmlns:p14="http://schemas.microsoft.com/office/powerpoint/2010/main" val="12927033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1522</Words>
  <Application>Microsoft Office PowerPoint</Application>
  <DocSecurity>0</DocSecurity>
  <PresentationFormat>宽屏</PresentationFormat>
  <Paragraphs>151</Paragraphs>
  <Slides>8</Slides>
  <Notes>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vt:i4>
      </vt:variant>
    </vt:vector>
  </HeadingPairs>
  <TitlesOfParts>
    <vt:vector size="12" baseType="lpstr">
      <vt:lpstr>Aptos</vt:lpstr>
      <vt:lpstr>Arial</vt:lpstr>
      <vt:lpstr>Consolas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Lenovo2026AAB@outlook.com</cp:lastModifiedBy>
  <cp:revision>3</cp:revision>
  <dcterms:created xsi:type="dcterms:W3CDTF">2026-10-30T17:55:43Z</dcterms:created>
  <dcterms:modified xsi:type="dcterms:W3CDTF">2026-10-31T06:35:41Z</dcterms:modified>
</cp:coreProperties>
</file>