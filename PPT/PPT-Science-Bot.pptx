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1" r:id="rId8"/>
    <p:sldId id="263" r:id="rId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9" d="100"/>
          <a:sy n="99" d="100"/>
        </p:scale>
        <p:origin x="84" y="2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2CBCBA-EC6E-E5B6-F5A3-51A2BB7733C6}"/>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35EF2251-DC69-C76E-0BF2-2E62B1D0D4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8DA854D2-B8BB-97AC-CC65-32D17138FC67}"/>
              </a:ext>
            </a:extLst>
          </p:cNvPr>
          <p:cNvSpPr>
            <a:spLocks noGrp="1"/>
          </p:cNvSpPr>
          <p:nvPr>
            <p:ph type="dt" sz="half" idx="10"/>
          </p:nvPr>
        </p:nvSpPr>
        <p:spPr/>
        <p:txBody>
          <a:bodyPr/>
          <a:lstStyle/>
          <a:p>
            <a:fld id="{5D2A73B6-57A9-4A13-8D84-34B79FB49C9C}" type="datetimeFigureOut">
              <a:rPr lang="zh-CN" altLang="en-US" smtClean="0"/>
              <a:t>2026/10/31</a:t>
            </a:fld>
            <a:endParaRPr lang="zh-CN" altLang="en-US"/>
          </a:p>
        </p:txBody>
      </p:sp>
      <p:sp>
        <p:nvSpPr>
          <p:cNvPr id="5" name="页脚占位符 4">
            <a:extLst>
              <a:ext uri="{FF2B5EF4-FFF2-40B4-BE49-F238E27FC236}">
                <a16:creationId xmlns:a16="http://schemas.microsoft.com/office/drawing/2014/main" id="{29DCCCF6-AFFA-D2BE-96EE-D7F60EBA505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04BD790-0AD7-C88F-0E4C-74A248BF3B57}"/>
              </a:ext>
            </a:extLst>
          </p:cNvPr>
          <p:cNvSpPr>
            <a:spLocks noGrp="1"/>
          </p:cNvSpPr>
          <p:nvPr>
            <p:ph type="sldNum" sz="quarter" idx="12"/>
          </p:nvPr>
        </p:nvSpPr>
        <p:spPr/>
        <p:txBody>
          <a:bodyPr/>
          <a:lstStyle/>
          <a:p>
            <a:fld id="{68A92FF1-F189-436B-A149-702B93D2F8F1}" type="slidenum">
              <a:rPr lang="zh-CN" altLang="en-US" smtClean="0"/>
              <a:t>‹#›</a:t>
            </a:fld>
            <a:endParaRPr lang="zh-CN" altLang="en-US"/>
          </a:p>
        </p:txBody>
      </p:sp>
    </p:spTree>
    <p:extLst>
      <p:ext uri="{BB962C8B-B14F-4D97-AF65-F5344CB8AC3E}">
        <p14:creationId xmlns:p14="http://schemas.microsoft.com/office/powerpoint/2010/main" val="39815768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F6C061-04C5-174B-3A96-6C4F0590FC5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D3BF7D9-17D8-1F15-2ECF-111D5F914B95}"/>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33BA1A7-BED5-6905-EE10-15297F930B46}"/>
              </a:ext>
            </a:extLst>
          </p:cNvPr>
          <p:cNvSpPr>
            <a:spLocks noGrp="1"/>
          </p:cNvSpPr>
          <p:nvPr>
            <p:ph type="dt" sz="half" idx="10"/>
          </p:nvPr>
        </p:nvSpPr>
        <p:spPr/>
        <p:txBody>
          <a:bodyPr/>
          <a:lstStyle/>
          <a:p>
            <a:fld id="{5D2A73B6-57A9-4A13-8D84-34B79FB49C9C}" type="datetimeFigureOut">
              <a:rPr lang="zh-CN" altLang="en-US" smtClean="0"/>
              <a:t>2026/10/31</a:t>
            </a:fld>
            <a:endParaRPr lang="zh-CN" altLang="en-US"/>
          </a:p>
        </p:txBody>
      </p:sp>
      <p:sp>
        <p:nvSpPr>
          <p:cNvPr id="5" name="页脚占位符 4">
            <a:extLst>
              <a:ext uri="{FF2B5EF4-FFF2-40B4-BE49-F238E27FC236}">
                <a16:creationId xmlns:a16="http://schemas.microsoft.com/office/drawing/2014/main" id="{73202F58-1269-FF05-1960-0F9EE2362A0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6A4E276-D4DA-D41A-7016-4C381F0AFFDE}"/>
              </a:ext>
            </a:extLst>
          </p:cNvPr>
          <p:cNvSpPr>
            <a:spLocks noGrp="1"/>
          </p:cNvSpPr>
          <p:nvPr>
            <p:ph type="sldNum" sz="quarter" idx="12"/>
          </p:nvPr>
        </p:nvSpPr>
        <p:spPr/>
        <p:txBody>
          <a:bodyPr/>
          <a:lstStyle/>
          <a:p>
            <a:fld id="{68A92FF1-F189-436B-A149-702B93D2F8F1}" type="slidenum">
              <a:rPr lang="zh-CN" altLang="en-US" smtClean="0"/>
              <a:t>‹#›</a:t>
            </a:fld>
            <a:endParaRPr lang="zh-CN" altLang="en-US"/>
          </a:p>
        </p:txBody>
      </p:sp>
    </p:spTree>
    <p:extLst>
      <p:ext uri="{BB962C8B-B14F-4D97-AF65-F5344CB8AC3E}">
        <p14:creationId xmlns:p14="http://schemas.microsoft.com/office/powerpoint/2010/main" val="1904781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07DF80-9420-7461-5180-0C2591043A72}"/>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4A3CB155-4D52-F2B5-14BA-923CAAC89C1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F97EAA62-DBFF-4980-0F80-EE0C70684526}"/>
              </a:ext>
            </a:extLst>
          </p:cNvPr>
          <p:cNvSpPr>
            <a:spLocks noGrp="1"/>
          </p:cNvSpPr>
          <p:nvPr>
            <p:ph type="dt" sz="half" idx="10"/>
          </p:nvPr>
        </p:nvSpPr>
        <p:spPr/>
        <p:txBody>
          <a:bodyPr/>
          <a:lstStyle/>
          <a:p>
            <a:fld id="{5D2A73B6-57A9-4A13-8D84-34B79FB49C9C}" type="datetimeFigureOut">
              <a:rPr lang="zh-CN" altLang="en-US" smtClean="0"/>
              <a:t>2026/10/31</a:t>
            </a:fld>
            <a:endParaRPr lang="zh-CN" altLang="en-US"/>
          </a:p>
        </p:txBody>
      </p:sp>
      <p:sp>
        <p:nvSpPr>
          <p:cNvPr id="5" name="页脚占位符 4">
            <a:extLst>
              <a:ext uri="{FF2B5EF4-FFF2-40B4-BE49-F238E27FC236}">
                <a16:creationId xmlns:a16="http://schemas.microsoft.com/office/drawing/2014/main" id="{CE35A83D-2162-5562-5279-A25DFCB165B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1D3231D-2DE8-0B6D-6B1B-BA3959CBF64D}"/>
              </a:ext>
            </a:extLst>
          </p:cNvPr>
          <p:cNvSpPr>
            <a:spLocks noGrp="1"/>
          </p:cNvSpPr>
          <p:nvPr>
            <p:ph type="sldNum" sz="quarter" idx="12"/>
          </p:nvPr>
        </p:nvSpPr>
        <p:spPr/>
        <p:txBody>
          <a:bodyPr/>
          <a:lstStyle/>
          <a:p>
            <a:fld id="{68A92FF1-F189-436B-A149-702B93D2F8F1}" type="slidenum">
              <a:rPr lang="zh-CN" altLang="en-US" smtClean="0"/>
              <a:t>‹#›</a:t>
            </a:fld>
            <a:endParaRPr lang="zh-CN" altLang="en-US"/>
          </a:p>
        </p:txBody>
      </p:sp>
    </p:spTree>
    <p:extLst>
      <p:ext uri="{BB962C8B-B14F-4D97-AF65-F5344CB8AC3E}">
        <p14:creationId xmlns:p14="http://schemas.microsoft.com/office/powerpoint/2010/main" val="10025693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3393C35-7D7E-283A-202E-1E74EFFF472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5F27616-CF7B-FF81-2BDB-4D2C4DACB9FC}"/>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53EDA5D8-A703-ED88-0C8D-3F86149C30F4}"/>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87FF1D87-BEAA-2B5B-35EC-5CA0C63D4B16}"/>
              </a:ext>
            </a:extLst>
          </p:cNvPr>
          <p:cNvSpPr>
            <a:spLocks noGrp="1"/>
          </p:cNvSpPr>
          <p:nvPr>
            <p:ph type="dt" sz="half" idx="10"/>
          </p:nvPr>
        </p:nvSpPr>
        <p:spPr/>
        <p:txBody>
          <a:bodyPr/>
          <a:lstStyle/>
          <a:p>
            <a:fld id="{5D2A73B6-57A9-4A13-8D84-34B79FB49C9C}" type="datetimeFigureOut">
              <a:rPr lang="zh-CN" altLang="en-US" smtClean="0"/>
              <a:t>2026/10/31</a:t>
            </a:fld>
            <a:endParaRPr lang="zh-CN" altLang="en-US"/>
          </a:p>
        </p:txBody>
      </p:sp>
      <p:sp>
        <p:nvSpPr>
          <p:cNvPr id="6" name="页脚占位符 5">
            <a:extLst>
              <a:ext uri="{FF2B5EF4-FFF2-40B4-BE49-F238E27FC236}">
                <a16:creationId xmlns:a16="http://schemas.microsoft.com/office/drawing/2014/main" id="{9B155BBC-87FE-8044-2A1E-EF31CCEA2B5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3174C5C-DD3A-6E40-B88B-ACE54025D14F}"/>
              </a:ext>
            </a:extLst>
          </p:cNvPr>
          <p:cNvSpPr>
            <a:spLocks noGrp="1"/>
          </p:cNvSpPr>
          <p:nvPr>
            <p:ph type="sldNum" sz="quarter" idx="12"/>
          </p:nvPr>
        </p:nvSpPr>
        <p:spPr/>
        <p:txBody>
          <a:bodyPr/>
          <a:lstStyle/>
          <a:p>
            <a:fld id="{68A92FF1-F189-436B-A149-702B93D2F8F1}" type="slidenum">
              <a:rPr lang="zh-CN" altLang="en-US" smtClean="0"/>
              <a:t>‹#›</a:t>
            </a:fld>
            <a:endParaRPr lang="zh-CN" altLang="en-US"/>
          </a:p>
        </p:txBody>
      </p:sp>
    </p:spTree>
    <p:extLst>
      <p:ext uri="{BB962C8B-B14F-4D97-AF65-F5344CB8AC3E}">
        <p14:creationId xmlns:p14="http://schemas.microsoft.com/office/powerpoint/2010/main" val="2687954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E72865-884F-03D6-FB2F-2E26BE51E856}"/>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3F1A8AF0-130C-839B-9955-5CC8375D5D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1B3756D3-7319-0CD8-5092-5CA329040C3D}"/>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1B828B2C-EC85-07D0-D700-57D5E0B7A72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9D2057B2-BD8A-477B-7827-52B770EA7C5C}"/>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36BBA847-B52E-4091-E438-5B68D3A94FFF}"/>
              </a:ext>
            </a:extLst>
          </p:cNvPr>
          <p:cNvSpPr>
            <a:spLocks noGrp="1"/>
          </p:cNvSpPr>
          <p:nvPr>
            <p:ph type="dt" sz="half" idx="10"/>
          </p:nvPr>
        </p:nvSpPr>
        <p:spPr/>
        <p:txBody>
          <a:bodyPr/>
          <a:lstStyle/>
          <a:p>
            <a:fld id="{5D2A73B6-57A9-4A13-8D84-34B79FB49C9C}" type="datetimeFigureOut">
              <a:rPr lang="zh-CN" altLang="en-US" smtClean="0"/>
              <a:t>2026/10/31</a:t>
            </a:fld>
            <a:endParaRPr lang="zh-CN" altLang="en-US"/>
          </a:p>
        </p:txBody>
      </p:sp>
      <p:sp>
        <p:nvSpPr>
          <p:cNvPr id="8" name="页脚占位符 7">
            <a:extLst>
              <a:ext uri="{FF2B5EF4-FFF2-40B4-BE49-F238E27FC236}">
                <a16:creationId xmlns:a16="http://schemas.microsoft.com/office/drawing/2014/main" id="{93956F1A-02BB-7043-1DD8-F79E53C3D7FD}"/>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0FE9406-31D5-7A33-4082-AA761D4B4AE0}"/>
              </a:ext>
            </a:extLst>
          </p:cNvPr>
          <p:cNvSpPr>
            <a:spLocks noGrp="1"/>
          </p:cNvSpPr>
          <p:nvPr>
            <p:ph type="sldNum" sz="quarter" idx="12"/>
          </p:nvPr>
        </p:nvSpPr>
        <p:spPr/>
        <p:txBody>
          <a:bodyPr/>
          <a:lstStyle/>
          <a:p>
            <a:fld id="{68A92FF1-F189-436B-A149-702B93D2F8F1}" type="slidenum">
              <a:rPr lang="zh-CN" altLang="en-US" smtClean="0"/>
              <a:t>‹#›</a:t>
            </a:fld>
            <a:endParaRPr lang="zh-CN" altLang="en-US"/>
          </a:p>
        </p:txBody>
      </p:sp>
    </p:spTree>
    <p:extLst>
      <p:ext uri="{BB962C8B-B14F-4D97-AF65-F5344CB8AC3E}">
        <p14:creationId xmlns:p14="http://schemas.microsoft.com/office/powerpoint/2010/main" val="34184187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091C6E-8C5C-CEC9-379B-3B621E5CF0DD}"/>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ECDA6A5C-A5F1-9DE5-0AA9-C3D61D8AC94D}"/>
              </a:ext>
            </a:extLst>
          </p:cNvPr>
          <p:cNvSpPr>
            <a:spLocks noGrp="1"/>
          </p:cNvSpPr>
          <p:nvPr>
            <p:ph type="dt" sz="half" idx="10"/>
          </p:nvPr>
        </p:nvSpPr>
        <p:spPr/>
        <p:txBody>
          <a:bodyPr/>
          <a:lstStyle/>
          <a:p>
            <a:fld id="{5D2A73B6-57A9-4A13-8D84-34B79FB49C9C}" type="datetimeFigureOut">
              <a:rPr lang="zh-CN" altLang="en-US" smtClean="0"/>
              <a:t>2026/10/31</a:t>
            </a:fld>
            <a:endParaRPr lang="zh-CN" altLang="en-US"/>
          </a:p>
        </p:txBody>
      </p:sp>
      <p:sp>
        <p:nvSpPr>
          <p:cNvPr id="4" name="页脚占位符 3">
            <a:extLst>
              <a:ext uri="{FF2B5EF4-FFF2-40B4-BE49-F238E27FC236}">
                <a16:creationId xmlns:a16="http://schemas.microsoft.com/office/drawing/2014/main" id="{674142D2-859E-E494-F5F8-653BCF2CBFE3}"/>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203021E3-0E15-2157-320E-B29F01BBA1DD}"/>
              </a:ext>
            </a:extLst>
          </p:cNvPr>
          <p:cNvSpPr>
            <a:spLocks noGrp="1"/>
          </p:cNvSpPr>
          <p:nvPr>
            <p:ph type="sldNum" sz="quarter" idx="12"/>
          </p:nvPr>
        </p:nvSpPr>
        <p:spPr/>
        <p:txBody>
          <a:bodyPr/>
          <a:lstStyle/>
          <a:p>
            <a:fld id="{68A92FF1-F189-436B-A149-702B93D2F8F1}" type="slidenum">
              <a:rPr lang="zh-CN" altLang="en-US" smtClean="0"/>
              <a:t>‹#›</a:t>
            </a:fld>
            <a:endParaRPr lang="zh-CN" altLang="en-US"/>
          </a:p>
        </p:txBody>
      </p:sp>
    </p:spTree>
    <p:extLst>
      <p:ext uri="{BB962C8B-B14F-4D97-AF65-F5344CB8AC3E}">
        <p14:creationId xmlns:p14="http://schemas.microsoft.com/office/powerpoint/2010/main" val="10168143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42F87C7-A0FC-D5B4-A0A3-C410BA65F12C}"/>
              </a:ext>
            </a:extLst>
          </p:cNvPr>
          <p:cNvSpPr>
            <a:spLocks noGrp="1"/>
          </p:cNvSpPr>
          <p:nvPr>
            <p:ph type="dt" sz="half" idx="10"/>
          </p:nvPr>
        </p:nvSpPr>
        <p:spPr/>
        <p:txBody>
          <a:bodyPr/>
          <a:lstStyle/>
          <a:p>
            <a:fld id="{5D2A73B6-57A9-4A13-8D84-34B79FB49C9C}" type="datetimeFigureOut">
              <a:rPr lang="zh-CN" altLang="en-US" smtClean="0"/>
              <a:t>2026/10/31</a:t>
            </a:fld>
            <a:endParaRPr lang="zh-CN" altLang="en-US"/>
          </a:p>
        </p:txBody>
      </p:sp>
      <p:sp>
        <p:nvSpPr>
          <p:cNvPr id="3" name="页脚占位符 2">
            <a:extLst>
              <a:ext uri="{FF2B5EF4-FFF2-40B4-BE49-F238E27FC236}">
                <a16:creationId xmlns:a16="http://schemas.microsoft.com/office/drawing/2014/main" id="{122A2925-EECF-27A4-5BD8-B69875982598}"/>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B33187D-D0FB-3B24-6B10-9895AE8B8845}"/>
              </a:ext>
            </a:extLst>
          </p:cNvPr>
          <p:cNvSpPr>
            <a:spLocks noGrp="1"/>
          </p:cNvSpPr>
          <p:nvPr>
            <p:ph type="sldNum" sz="quarter" idx="12"/>
          </p:nvPr>
        </p:nvSpPr>
        <p:spPr/>
        <p:txBody>
          <a:bodyPr/>
          <a:lstStyle/>
          <a:p>
            <a:fld id="{68A92FF1-F189-436B-A149-702B93D2F8F1}" type="slidenum">
              <a:rPr lang="zh-CN" altLang="en-US" smtClean="0"/>
              <a:t>‹#›</a:t>
            </a:fld>
            <a:endParaRPr lang="zh-CN" altLang="en-US"/>
          </a:p>
        </p:txBody>
      </p:sp>
    </p:spTree>
    <p:extLst>
      <p:ext uri="{BB962C8B-B14F-4D97-AF65-F5344CB8AC3E}">
        <p14:creationId xmlns:p14="http://schemas.microsoft.com/office/powerpoint/2010/main" val="34812295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D9E3F4-E21D-F431-5E18-09B34BFA8EB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890D08C4-5FC2-437A-A03C-300EBAD9ECA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AECA9093-EE26-EBF6-C2E8-138731E56A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D587D0D-A23B-D7B1-C515-9DC30637FBD4}"/>
              </a:ext>
            </a:extLst>
          </p:cNvPr>
          <p:cNvSpPr>
            <a:spLocks noGrp="1"/>
          </p:cNvSpPr>
          <p:nvPr>
            <p:ph type="dt" sz="half" idx="10"/>
          </p:nvPr>
        </p:nvSpPr>
        <p:spPr/>
        <p:txBody>
          <a:bodyPr/>
          <a:lstStyle/>
          <a:p>
            <a:fld id="{5D2A73B6-57A9-4A13-8D84-34B79FB49C9C}" type="datetimeFigureOut">
              <a:rPr lang="zh-CN" altLang="en-US" smtClean="0"/>
              <a:t>2026/10/31</a:t>
            </a:fld>
            <a:endParaRPr lang="zh-CN" altLang="en-US"/>
          </a:p>
        </p:txBody>
      </p:sp>
      <p:sp>
        <p:nvSpPr>
          <p:cNvPr id="6" name="页脚占位符 5">
            <a:extLst>
              <a:ext uri="{FF2B5EF4-FFF2-40B4-BE49-F238E27FC236}">
                <a16:creationId xmlns:a16="http://schemas.microsoft.com/office/drawing/2014/main" id="{5D9E5938-024E-27AE-24D8-02B11B72A2F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4762892-AF2D-4045-CD4C-649F4E4998D2}"/>
              </a:ext>
            </a:extLst>
          </p:cNvPr>
          <p:cNvSpPr>
            <a:spLocks noGrp="1"/>
          </p:cNvSpPr>
          <p:nvPr>
            <p:ph type="sldNum" sz="quarter" idx="12"/>
          </p:nvPr>
        </p:nvSpPr>
        <p:spPr/>
        <p:txBody>
          <a:bodyPr/>
          <a:lstStyle/>
          <a:p>
            <a:fld id="{68A92FF1-F189-436B-A149-702B93D2F8F1}" type="slidenum">
              <a:rPr lang="zh-CN" altLang="en-US" smtClean="0"/>
              <a:t>‹#›</a:t>
            </a:fld>
            <a:endParaRPr lang="zh-CN" altLang="en-US"/>
          </a:p>
        </p:txBody>
      </p:sp>
    </p:spTree>
    <p:extLst>
      <p:ext uri="{BB962C8B-B14F-4D97-AF65-F5344CB8AC3E}">
        <p14:creationId xmlns:p14="http://schemas.microsoft.com/office/powerpoint/2010/main" val="32573678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4B06C2-A21F-C9F0-543D-7047F025133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A23E1536-8A0F-944D-8526-D53528F33F53}"/>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BEAC611A-A1D6-BD42-FA33-1B24ADEABA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8373CE6-5311-175B-7205-60DC142DF30D}"/>
              </a:ext>
            </a:extLst>
          </p:cNvPr>
          <p:cNvSpPr>
            <a:spLocks noGrp="1"/>
          </p:cNvSpPr>
          <p:nvPr>
            <p:ph type="dt" sz="half" idx="10"/>
          </p:nvPr>
        </p:nvSpPr>
        <p:spPr/>
        <p:txBody>
          <a:bodyPr/>
          <a:lstStyle/>
          <a:p>
            <a:fld id="{5D2A73B6-57A9-4A13-8D84-34B79FB49C9C}" type="datetimeFigureOut">
              <a:rPr lang="zh-CN" altLang="en-US" smtClean="0"/>
              <a:t>2026/10/31</a:t>
            </a:fld>
            <a:endParaRPr lang="zh-CN" altLang="en-US"/>
          </a:p>
        </p:txBody>
      </p:sp>
      <p:sp>
        <p:nvSpPr>
          <p:cNvPr id="6" name="页脚占位符 5">
            <a:extLst>
              <a:ext uri="{FF2B5EF4-FFF2-40B4-BE49-F238E27FC236}">
                <a16:creationId xmlns:a16="http://schemas.microsoft.com/office/drawing/2014/main" id="{46053F17-818B-EE25-A36C-6EF4AE3C6C9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194A926-A4C9-EFE4-3DEF-A1235B5D333B}"/>
              </a:ext>
            </a:extLst>
          </p:cNvPr>
          <p:cNvSpPr>
            <a:spLocks noGrp="1"/>
          </p:cNvSpPr>
          <p:nvPr>
            <p:ph type="sldNum" sz="quarter" idx="12"/>
          </p:nvPr>
        </p:nvSpPr>
        <p:spPr/>
        <p:txBody>
          <a:bodyPr/>
          <a:lstStyle/>
          <a:p>
            <a:fld id="{68A92FF1-F189-436B-A149-702B93D2F8F1}" type="slidenum">
              <a:rPr lang="zh-CN" altLang="en-US" smtClean="0"/>
              <a:t>‹#›</a:t>
            </a:fld>
            <a:endParaRPr lang="zh-CN" altLang="en-US"/>
          </a:p>
        </p:txBody>
      </p:sp>
    </p:spTree>
    <p:extLst>
      <p:ext uri="{BB962C8B-B14F-4D97-AF65-F5344CB8AC3E}">
        <p14:creationId xmlns:p14="http://schemas.microsoft.com/office/powerpoint/2010/main" val="1416401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5E43A2-2634-B061-B417-2B1CF68792B0}"/>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4C02B88-1833-AE71-00B3-A2F37EA30F64}"/>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52CC310-9195-D695-417D-8029666C692E}"/>
              </a:ext>
            </a:extLst>
          </p:cNvPr>
          <p:cNvSpPr>
            <a:spLocks noGrp="1"/>
          </p:cNvSpPr>
          <p:nvPr>
            <p:ph type="dt" sz="half" idx="10"/>
          </p:nvPr>
        </p:nvSpPr>
        <p:spPr/>
        <p:txBody>
          <a:bodyPr/>
          <a:lstStyle/>
          <a:p>
            <a:fld id="{5D2A73B6-57A9-4A13-8D84-34B79FB49C9C}" type="datetimeFigureOut">
              <a:rPr lang="zh-CN" altLang="en-US" smtClean="0"/>
              <a:t>2026/10/31</a:t>
            </a:fld>
            <a:endParaRPr lang="zh-CN" altLang="en-US"/>
          </a:p>
        </p:txBody>
      </p:sp>
      <p:sp>
        <p:nvSpPr>
          <p:cNvPr id="5" name="页脚占位符 4">
            <a:extLst>
              <a:ext uri="{FF2B5EF4-FFF2-40B4-BE49-F238E27FC236}">
                <a16:creationId xmlns:a16="http://schemas.microsoft.com/office/drawing/2014/main" id="{01F52FFD-86FC-DC91-8D30-9E70B9EDA13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BF9A2DB-3708-28F0-58C3-5229DFAC9A3F}"/>
              </a:ext>
            </a:extLst>
          </p:cNvPr>
          <p:cNvSpPr>
            <a:spLocks noGrp="1"/>
          </p:cNvSpPr>
          <p:nvPr>
            <p:ph type="sldNum" sz="quarter" idx="12"/>
          </p:nvPr>
        </p:nvSpPr>
        <p:spPr/>
        <p:txBody>
          <a:bodyPr/>
          <a:lstStyle/>
          <a:p>
            <a:fld id="{68A92FF1-F189-436B-A149-702B93D2F8F1}" type="slidenum">
              <a:rPr lang="zh-CN" altLang="en-US" smtClean="0"/>
              <a:t>‹#›</a:t>
            </a:fld>
            <a:endParaRPr lang="zh-CN" altLang="en-US"/>
          </a:p>
        </p:txBody>
      </p:sp>
    </p:spTree>
    <p:extLst>
      <p:ext uri="{BB962C8B-B14F-4D97-AF65-F5344CB8AC3E}">
        <p14:creationId xmlns:p14="http://schemas.microsoft.com/office/powerpoint/2010/main" val="42367142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70C4928A-04BE-2BFE-FBDD-2BF2CFA7C487}"/>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A26862DA-F1B8-D9B6-81F6-EA3A450FDBA4}"/>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B7D610A-069B-C061-B987-3421ECAB4215}"/>
              </a:ext>
            </a:extLst>
          </p:cNvPr>
          <p:cNvSpPr>
            <a:spLocks noGrp="1"/>
          </p:cNvSpPr>
          <p:nvPr>
            <p:ph type="dt" sz="half" idx="10"/>
          </p:nvPr>
        </p:nvSpPr>
        <p:spPr/>
        <p:txBody>
          <a:bodyPr/>
          <a:lstStyle/>
          <a:p>
            <a:fld id="{5D2A73B6-57A9-4A13-8D84-34B79FB49C9C}" type="datetimeFigureOut">
              <a:rPr lang="zh-CN" altLang="en-US" smtClean="0"/>
              <a:t>2026/10/31</a:t>
            </a:fld>
            <a:endParaRPr lang="zh-CN" altLang="en-US"/>
          </a:p>
        </p:txBody>
      </p:sp>
      <p:sp>
        <p:nvSpPr>
          <p:cNvPr id="5" name="页脚占位符 4">
            <a:extLst>
              <a:ext uri="{FF2B5EF4-FFF2-40B4-BE49-F238E27FC236}">
                <a16:creationId xmlns:a16="http://schemas.microsoft.com/office/drawing/2014/main" id="{AF803769-5C41-7B11-9174-B66A0449430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D4D4B77-AA83-DC00-D62C-838D03FC6224}"/>
              </a:ext>
            </a:extLst>
          </p:cNvPr>
          <p:cNvSpPr>
            <a:spLocks noGrp="1"/>
          </p:cNvSpPr>
          <p:nvPr>
            <p:ph type="sldNum" sz="quarter" idx="12"/>
          </p:nvPr>
        </p:nvSpPr>
        <p:spPr/>
        <p:txBody>
          <a:bodyPr/>
          <a:lstStyle/>
          <a:p>
            <a:fld id="{68A92FF1-F189-436B-A149-702B93D2F8F1}" type="slidenum">
              <a:rPr lang="zh-CN" altLang="en-US" smtClean="0"/>
              <a:t>‹#›</a:t>
            </a:fld>
            <a:endParaRPr lang="zh-CN" altLang="en-US"/>
          </a:p>
        </p:txBody>
      </p:sp>
    </p:spTree>
    <p:extLst>
      <p:ext uri="{BB962C8B-B14F-4D97-AF65-F5344CB8AC3E}">
        <p14:creationId xmlns:p14="http://schemas.microsoft.com/office/powerpoint/2010/main" val="3338269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8C9B471-B50B-DEF1-F1EA-99D83AB6DAC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423B97DE-71A1-80BF-8B1D-0F434A32AA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984DC00-469A-1E1E-3440-6B8A794FD8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D2A73B6-57A9-4A13-8D84-34B79FB49C9C}" type="datetimeFigureOut">
              <a:rPr lang="zh-CN" altLang="en-US" smtClean="0"/>
              <a:t>2026/10/31</a:t>
            </a:fld>
            <a:endParaRPr lang="zh-CN" altLang="en-US"/>
          </a:p>
        </p:txBody>
      </p:sp>
      <p:sp>
        <p:nvSpPr>
          <p:cNvPr id="5" name="页脚占位符 4">
            <a:extLst>
              <a:ext uri="{FF2B5EF4-FFF2-40B4-BE49-F238E27FC236}">
                <a16:creationId xmlns:a16="http://schemas.microsoft.com/office/drawing/2014/main" id="{F4F8B02A-11BC-86CC-8E24-0792A34D76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6FDCA32C-177E-948C-ED85-13052D43B8E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8A92FF1-F189-436B-A149-702B93D2F8F1}" type="slidenum">
              <a:rPr lang="zh-CN" altLang="en-US" smtClean="0"/>
              <a:t>‹#›</a:t>
            </a:fld>
            <a:endParaRPr lang="zh-CN" altLang="en-US"/>
          </a:p>
        </p:txBody>
      </p:sp>
    </p:spTree>
    <p:extLst>
      <p:ext uri="{BB962C8B-B14F-4D97-AF65-F5344CB8AC3E}">
        <p14:creationId xmlns:p14="http://schemas.microsoft.com/office/powerpoint/2010/main" val="7170692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37FB82A-ED1F-AA39-4A46-64B2A4CC997F}"/>
              </a:ext>
            </a:extLst>
          </p:cNvPr>
          <p:cNvSpPr>
            <a:spLocks noGrp="1"/>
          </p:cNvSpPr>
          <p:nvPr>
            <p:ph type="ctrTitle"/>
          </p:nvPr>
        </p:nvSpPr>
        <p:spPr/>
        <p:txBody>
          <a:bodyPr/>
          <a:lstStyle/>
          <a:p>
            <a:r>
              <a:rPr lang="en-US" altLang="zh-CN" dirty="0"/>
              <a:t>AI4S Project: Science-Bot</a:t>
            </a:r>
            <a:endParaRPr lang="zh-CN" altLang="en-US" dirty="0"/>
          </a:p>
        </p:txBody>
      </p:sp>
      <p:sp>
        <p:nvSpPr>
          <p:cNvPr id="3" name="副标题 2">
            <a:extLst>
              <a:ext uri="{FF2B5EF4-FFF2-40B4-BE49-F238E27FC236}">
                <a16:creationId xmlns:a16="http://schemas.microsoft.com/office/drawing/2014/main" id="{5FF62994-945E-9600-CC6B-173E45CFB1C8}"/>
              </a:ext>
            </a:extLst>
          </p:cNvPr>
          <p:cNvSpPr>
            <a:spLocks noGrp="1"/>
          </p:cNvSpPr>
          <p:nvPr>
            <p:ph type="subTitle" idx="1"/>
          </p:nvPr>
        </p:nvSpPr>
        <p:spPr/>
        <p:txBody>
          <a:bodyPr/>
          <a:lstStyle/>
          <a:p>
            <a:r>
              <a:rPr lang="en-US" altLang="zh-CN" dirty="0"/>
              <a:t>Maintain your scientific research ability in the age of AI</a:t>
            </a:r>
            <a:endParaRPr lang="zh-CN" altLang="en-US" dirty="0"/>
          </a:p>
        </p:txBody>
      </p:sp>
    </p:spTree>
    <p:extLst>
      <p:ext uri="{BB962C8B-B14F-4D97-AF65-F5344CB8AC3E}">
        <p14:creationId xmlns:p14="http://schemas.microsoft.com/office/powerpoint/2010/main" val="18195026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46EB71-7181-7E69-3194-3164E6709B6C}"/>
              </a:ext>
            </a:extLst>
          </p:cNvPr>
          <p:cNvSpPr>
            <a:spLocks noGrp="1"/>
          </p:cNvSpPr>
          <p:nvPr>
            <p:ph type="title"/>
          </p:nvPr>
        </p:nvSpPr>
        <p:spPr/>
        <p:txBody>
          <a:bodyPr/>
          <a:lstStyle/>
          <a:p>
            <a:r>
              <a:rPr lang="en-US" altLang="zh-CN" dirty="0"/>
              <a:t>How AI impact your skill formation?</a:t>
            </a:r>
            <a:endParaRPr lang="zh-CN" altLang="en-US" dirty="0"/>
          </a:p>
        </p:txBody>
      </p:sp>
      <p:sp>
        <p:nvSpPr>
          <p:cNvPr id="3" name="内容占位符 2">
            <a:extLst>
              <a:ext uri="{FF2B5EF4-FFF2-40B4-BE49-F238E27FC236}">
                <a16:creationId xmlns:a16="http://schemas.microsoft.com/office/drawing/2014/main" id="{F69DE174-BFDB-9F65-9704-A4556167EDE8}"/>
              </a:ext>
            </a:extLst>
          </p:cNvPr>
          <p:cNvSpPr>
            <a:spLocks noGrp="1"/>
          </p:cNvSpPr>
          <p:nvPr>
            <p:ph idx="1"/>
          </p:nvPr>
        </p:nvSpPr>
        <p:spPr/>
        <p:txBody>
          <a:bodyPr/>
          <a:lstStyle/>
          <a:p>
            <a:r>
              <a:rPr lang="en-US" altLang="zh-CN" dirty="0"/>
              <a:t>Start from research from anthropic;</a:t>
            </a:r>
          </a:p>
          <a:p>
            <a:endParaRPr lang="en-US" altLang="zh-CN" dirty="0"/>
          </a:p>
          <a:p>
            <a:r>
              <a:rPr lang="en-US" altLang="zh-CN" dirty="0"/>
              <a:t>Our conclusion</a:t>
            </a:r>
            <a:r>
              <a:rPr lang="zh-CN" altLang="en-US" dirty="0"/>
              <a:t>：</a:t>
            </a:r>
            <a:r>
              <a:rPr lang="en-US" altLang="zh-CN" dirty="0"/>
              <a:t>Human being must keep research </a:t>
            </a:r>
            <a:r>
              <a:rPr lang="en-US" altLang="zh-CN" dirty="0" err="1"/>
              <a:t>uder</a:t>
            </a:r>
            <a:r>
              <a:rPr lang="en-US" altLang="zh-CN" dirty="0"/>
              <a:t> control</a:t>
            </a:r>
          </a:p>
          <a:p>
            <a:endParaRPr lang="en-US" altLang="zh-CN" dirty="0"/>
          </a:p>
          <a:p>
            <a:r>
              <a:rPr lang="en-US" altLang="zh-CN" dirty="0"/>
              <a:t>TODO</a:t>
            </a:r>
            <a:r>
              <a:rPr lang="zh-CN" altLang="en-US" dirty="0"/>
              <a:t>：在这里根据论文深入讨论；</a:t>
            </a:r>
            <a:endParaRPr lang="en-US" altLang="zh-CN" dirty="0"/>
          </a:p>
        </p:txBody>
      </p:sp>
    </p:spTree>
    <p:extLst>
      <p:ext uri="{BB962C8B-B14F-4D97-AF65-F5344CB8AC3E}">
        <p14:creationId xmlns:p14="http://schemas.microsoft.com/office/powerpoint/2010/main" val="16564734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C5AF44-45D0-19D8-0566-1B03C01198E3}"/>
              </a:ext>
            </a:extLst>
          </p:cNvPr>
          <p:cNvSpPr>
            <a:spLocks noGrp="1"/>
          </p:cNvSpPr>
          <p:nvPr>
            <p:ph type="title"/>
          </p:nvPr>
        </p:nvSpPr>
        <p:spPr/>
        <p:txBody>
          <a:bodyPr>
            <a:normAutofit/>
          </a:bodyPr>
          <a:lstStyle/>
          <a:p>
            <a:r>
              <a:rPr lang="en-US" altLang="zh-CN" sz="4000" dirty="0"/>
              <a:t>Our thought: More Interaction before design your proposal</a:t>
            </a:r>
            <a:endParaRPr lang="zh-CN" altLang="en-US" sz="4000" dirty="0"/>
          </a:p>
        </p:txBody>
      </p:sp>
      <p:sp>
        <p:nvSpPr>
          <p:cNvPr id="3" name="内容占位符 2">
            <a:extLst>
              <a:ext uri="{FF2B5EF4-FFF2-40B4-BE49-F238E27FC236}">
                <a16:creationId xmlns:a16="http://schemas.microsoft.com/office/drawing/2014/main" id="{514F2220-1F08-74CB-1DB5-74EBCEA0411C}"/>
              </a:ext>
            </a:extLst>
          </p:cNvPr>
          <p:cNvSpPr>
            <a:spLocks noGrp="1"/>
          </p:cNvSpPr>
          <p:nvPr>
            <p:ph idx="1"/>
          </p:nvPr>
        </p:nvSpPr>
        <p:spPr/>
        <p:txBody>
          <a:bodyPr/>
          <a:lstStyle/>
          <a:p>
            <a:r>
              <a:rPr lang="en-US" altLang="zh-CN" dirty="0"/>
              <a:t>Although AI-generated code itself may not necessarily hinder learning, developing your own competence requires more than just interacting with AI—you also need to be able to explain the implementation and predict the behavior.</a:t>
            </a:r>
          </a:p>
          <a:p>
            <a:endParaRPr lang="en-US" altLang="zh-CN" dirty="0"/>
          </a:p>
          <a:p>
            <a:r>
              <a:rPr lang="en-US" altLang="zh-CN" dirty="0"/>
              <a:t>TODO</a:t>
            </a:r>
            <a:r>
              <a:rPr lang="zh-CN" altLang="en-US" dirty="0"/>
              <a:t>：进一步详细介绍我们的项目；</a:t>
            </a:r>
          </a:p>
        </p:txBody>
      </p:sp>
    </p:spTree>
    <p:extLst>
      <p:ext uri="{BB962C8B-B14F-4D97-AF65-F5344CB8AC3E}">
        <p14:creationId xmlns:p14="http://schemas.microsoft.com/office/powerpoint/2010/main" val="36789207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F30CD3-773F-4E38-684E-CCB44228AE87}"/>
              </a:ext>
            </a:extLst>
          </p:cNvPr>
          <p:cNvSpPr>
            <a:spLocks noGrp="1"/>
          </p:cNvSpPr>
          <p:nvPr>
            <p:ph type="title"/>
          </p:nvPr>
        </p:nvSpPr>
        <p:spPr/>
        <p:txBody>
          <a:bodyPr/>
          <a:lstStyle/>
          <a:p>
            <a:r>
              <a:rPr lang="en-US" altLang="zh-CN" dirty="0"/>
              <a:t>Research of Science-Bot</a:t>
            </a:r>
            <a:endParaRPr lang="zh-CN" altLang="en-US" dirty="0"/>
          </a:p>
        </p:txBody>
      </p:sp>
      <p:sp>
        <p:nvSpPr>
          <p:cNvPr id="3" name="内容占位符 2">
            <a:extLst>
              <a:ext uri="{FF2B5EF4-FFF2-40B4-BE49-F238E27FC236}">
                <a16:creationId xmlns:a16="http://schemas.microsoft.com/office/drawing/2014/main" id="{BB342C03-D0C9-FE2D-ACFA-B1B4510BED0C}"/>
              </a:ext>
            </a:extLst>
          </p:cNvPr>
          <p:cNvSpPr>
            <a:spLocks noGrp="1"/>
          </p:cNvSpPr>
          <p:nvPr>
            <p:ph idx="1"/>
          </p:nvPr>
        </p:nvSpPr>
        <p:spPr/>
        <p:txBody>
          <a:bodyPr/>
          <a:lstStyle/>
          <a:p>
            <a:r>
              <a:rPr lang="en-US" altLang="zh-CN" dirty="0" err="1"/>
              <a:t>LangGraph</a:t>
            </a:r>
            <a:r>
              <a:rPr lang="en-US" altLang="zh-CN" dirty="0"/>
              <a:t> structure: response form basic structure of Science Bot;</a:t>
            </a:r>
          </a:p>
          <a:p>
            <a:endParaRPr lang="en-US" altLang="zh-CN" dirty="0"/>
          </a:p>
          <a:p>
            <a:r>
              <a:rPr lang="en-US" altLang="zh-CN" dirty="0"/>
              <a:t>Reinforcement Learning: Like a bot, take action under a policy that force researchers to </a:t>
            </a:r>
            <a:r>
              <a:rPr lang="en-US" altLang="zh-CN" dirty="0" err="1"/>
              <a:t>clearify</a:t>
            </a:r>
            <a:r>
              <a:rPr lang="en-US" altLang="zh-CN" dirty="0"/>
              <a:t> their thought and research plan. Before there is a clear prompt, Bot would not give </a:t>
            </a:r>
            <a:endParaRPr lang="zh-CN" altLang="en-US" dirty="0"/>
          </a:p>
        </p:txBody>
      </p:sp>
    </p:spTree>
    <p:extLst>
      <p:ext uri="{BB962C8B-B14F-4D97-AF65-F5344CB8AC3E}">
        <p14:creationId xmlns:p14="http://schemas.microsoft.com/office/powerpoint/2010/main" val="15639034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110535-AD71-0103-3C97-AB5CF5E4B20F}"/>
              </a:ext>
            </a:extLst>
          </p:cNvPr>
          <p:cNvSpPr>
            <a:spLocks noGrp="1"/>
          </p:cNvSpPr>
          <p:nvPr>
            <p:ph type="title"/>
          </p:nvPr>
        </p:nvSpPr>
        <p:spPr/>
        <p:txBody>
          <a:bodyPr/>
          <a:lstStyle/>
          <a:p>
            <a:r>
              <a:rPr lang="en-US" altLang="zh-CN" dirty="0"/>
              <a:t>Compare</a:t>
            </a:r>
            <a:r>
              <a:rPr lang="zh-CN" altLang="en-US" dirty="0"/>
              <a:t> </a:t>
            </a:r>
            <a:r>
              <a:rPr lang="en-US" altLang="zh-CN" dirty="0"/>
              <a:t>with other product</a:t>
            </a:r>
            <a:r>
              <a:rPr lang="zh-CN" altLang="en-US" dirty="0"/>
              <a:t>：</a:t>
            </a:r>
            <a:r>
              <a:rPr lang="en-US" altLang="zh-CN" dirty="0"/>
              <a:t>Science-Bot is more trustworthy</a:t>
            </a:r>
            <a:endParaRPr lang="zh-CN" altLang="en-US" dirty="0"/>
          </a:p>
        </p:txBody>
      </p:sp>
      <p:sp>
        <p:nvSpPr>
          <p:cNvPr id="3" name="内容占位符 2">
            <a:extLst>
              <a:ext uri="{FF2B5EF4-FFF2-40B4-BE49-F238E27FC236}">
                <a16:creationId xmlns:a16="http://schemas.microsoft.com/office/drawing/2014/main" id="{9E83821A-ADE7-7192-7CC7-4691B51B0E4B}"/>
              </a:ext>
            </a:extLst>
          </p:cNvPr>
          <p:cNvSpPr>
            <a:spLocks noGrp="1"/>
          </p:cNvSpPr>
          <p:nvPr>
            <p:ph idx="1"/>
          </p:nvPr>
        </p:nvSpPr>
        <p:spPr/>
        <p:txBody>
          <a:bodyPr/>
          <a:lstStyle/>
          <a:p>
            <a:r>
              <a:rPr lang="en-US" altLang="zh-CN" dirty="0"/>
              <a:t>Here we compare a same task: </a:t>
            </a:r>
          </a:p>
          <a:p>
            <a:endParaRPr lang="en-US" altLang="zh-CN" dirty="0"/>
          </a:p>
          <a:p>
            <a:r>
              <a:rPr lang="en-US" altLang="zh-CN" dirty="0"/>
              <a:t>TODO</a:t>
            </a:r>
            <a:r>
              <a:rPr lang="zh-CN" altLang="en-US" dirty="0"/>
              <a:t>：根据示例输出展示我们的</a:t>
            </a:r>
            <a:r>
              <a:rPr lang="en-US" altLang="zh-CN" dirty="0"/>
              <a:t>Bot</a:t>
            </a:r>
            <a:r>
              <a:rPr lang="zh-CN" altLang="en-US" dirty="0"/>
              <a:t>的输出细节和通过对话规划设计的能力</a:t>
            </a:r>
            <a:endParaRPr lang="en-US" altLang="zh-CN"/>
          </a:p>
          <a:p>
            <a:endParaRPr lang="zh-CN" altLang="en-US" dirty="0"/>
          </a:p>
        </p:txBody>
      </p:sp>
    </p:spTree>
    <p:extLst>
      <p:ext uri="{BB962C8B-B14F-4D97-AF65-F5344CB8AC3E}">
        <p14:creationId xmlns:p14="http://schemas.microsoft.com/office/powerpoint/2010/main" val="33946886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160092-9C82-7B61-2D77-95E36437CB8B}"/>
              </a:ext>
            </a:extLst>
          </p:cNvPr>
          <p:cNvSpPr>
            <a:spLocks noGrp="1"/>
          </p:cNvSpPr>
          <p:nvPr>
            <p:ph type="title"/>
          </p:nvPr>
        </p:nvSpPr>
        <p:spPr/>
        <p:txBody>
          <a:bodyPr/>
          <a:lstStyle/>
          <a:p>
            <a:r>
              <a:rPr lang="en-US" altLang="zh-CN" dirty="0"/>
              <a:t>TODO</a:t>
            </a:r>
            <a:r>
              <a:rPr lang="zh-CN" altLang="en-US" dirty="0"/>
              <a:t>： 展示我们的交互界面并讲解用法</a:t>
            </a:r>
          </a:p>
        </p:txBody>
      </p:sp>
      <p:pic>
        <p:nvPicPr>
          <p:cNvPr id="5" name="内容占位符 4">
            <a:extLst>
              <a:ext uri="{FF2B5EF4-FFF2-40B4-BE49-F238E27FC236}">
                <a16:creationId xmlns:a16="http://schemas.microsoft.com/office/drawing/2014/main" id="{574CFB60-52CE-E7D8-FFB5-3127C8AC13F6}"/>
              </a:ext>
            </a:extLst>
          </p:cNvPr>
          <p:cNvPicPr>
            <a:picLocks noGrp="1" noChangeAspect="1"/>
          </p:cNvPicPr>
          <p:nvPr>
            <p:ph idx="1"/>
          </p:nvPr>
        </p:nvPicPr>
        <p:blipFill>
          <a:blip r:embed="rId2"/>
          <a:stretch>
            <a:fillRect/>
          </a:stretch>
        </p:blipFill>
        <p:spPr>
          <a:xfrm>
            <a:off x="1794835" y="1825625"/>
            <a:ext cx="8602330" cy="4351338"/>
          </a:xfrm>
          <a:prstGeom prst="rect">
            <a:avLst/>
          </a:prstGeom>
        </p:spPr>
      </p:pic>
    </p:spTree>
    <p:extLst>
      <p:ext uri="{BB962C8B-B14F-4D97-AF65-F5344CB8AC3E}">
        <p14:creationId xmlns:p14="http://schemas.microsoft.com/office/powerpoint/2010/main" val="9409106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40D3D4-4535-84E9-3C41-20A5A3DBB50D}"/>
              </a:ext>
            </a:extLst>
          </p:cNvPr>
          <p:cNvSpPr>
            <a:spLocks noGrp="1"/>
          </p:cNvSpPr>
          <p:nvPr>
            <p:ph type="title"/>
          </p:nvPr>
        </p:nvSpPr>
        <p:spPr/>
        <p:txBody>
          <a:bodyPr/>
          <a:lstStyle/>
          <a:p>
            <a:r>
              <a:rPr lang="en-US" altLang="zh-CN" dirty="0"/>
              <a:t>Visit our GitHub and learn more</a:t>
            </a:r>
            <a:endParaRPr lang="zh-CN" altLang="en-US" dirty="0"/>
          </a:p>
        </p:txBody>
      </p:sp>
      <p:sp>
        <p:nvSpPr>
          <p:cNvPr id="3" name="内容占位符 2">
            <a:extLst>
              <a:ext uri="{FF2B5EF4-FFF2-40B4-BE49-F238E27FC236}">
                <a16:creationId xmlns:a16="http://schemas.microsoft.com/office/drawing/2014/main" id="{FE09CB9E-554D-46C4-5C39-8EC2EE25B591}"/>
              </a:ext>
            </a:extLst>
          </p:cNvPr>
          <p:cNvSpPr>
            <a:spLocks noGrp="1"/>
          </p:cNvSpPr>
          <p:nvPr>
            <p:ph idx="1"/>
          </p:nvPr>
        </p:nvSpPr>
        <p:spPr/>
        <p:txBody>
          <a:bodyPr/>
          <a:lstStyle/>
          <a:p>
            <a:endParaRPr lang="zh-CN" altLang="en-US" dirty="0"/>
          </a:p>
        </p:txBody>
      </p:sp>
    </p:spTree>
    <p:extLst>
      <p:ext uri="{BB962C8B-B14F-4D97-AF65-F5344CB8AC3E}">
        <p14:creationId xmlns:p14="http://schemas.microsoft.com/office/powerpoint/2010/main" val="21059878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6CBAB0-9F14-4267-812D-649B340BC6D4}"/>
              </a:ext>
            </a:extLst>
          </p:cNvPr>
          <p:cNvSpPr>
            <a:spLocks noGrp="1"/>
          </p:cNvSpPr>
          <p:nvPr>
            <p:ph type="title"/>
          </p:nvPr>
        </p:nvSpPr>
        <p:spPr/>
        <p:txBody>
          <a:bodyPr/>
          <a:lstStyle/>
          <a:p>
            <a:r>
              <a:rPr lang="en-US" altLang="zh-CN" dirty="0"/>
              <a:t>Thanks for your attention</a:t>
            </a:r>
            <a:endParaRPr lang="zh-CN" altLang="en-US" dirty="0"/>
          </a:p>
        </p:txBody>
      </p:sp>
      <p:sp>
        <p:nvSpPr>
          <p:cNvPr id="3" name="内容占位符 2">
            <a:extLst>
              <a:ext uri="{FF2B5EF4-FFF2-40B4-BE49-F238E27FC236}">
                <a16:creationId xmlns:a16="http://schemas.microsoft.com/office/drawing/2014/main" id="{F973EB5F-169C-E89F-FB88-2BBC172592C8}"/>
              </a:ext>
            </a:extLst>
          </p:cNvPr>
          <p:cNvSpPr>
            <a:spLocks noGrp="1"/>
          </p:cNvSpPr>
          <p:nvPr>
            <p:ph idx="1"/>
          </p:nvPr>
        </p:nvSpPr>
        <p:spPr/>
        <p:txBody>
          <a:bodyPr/>
          <a:lstStyle/>
          <a:p>
            <a:endParaRPr lang="zh-CN" altLang="en-US"/>
          </a:p>
        </p:txBody>
      </p:sp>
    </p:spTree>
    <p:extLst>
      <p:ext uri="{BB962C8B-B14F-4D97-AF65-F5344CB8AC3E}">
        <p14:creationId xmlns:p14="http://schemas.microsoft.com/office/powerpoint/2010/main" val="1215614213"/>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192</TotalTime>
  <Words>233</Words>
  <Application>Microsoft Office PowerPoint</Application>
  <PresentationFormat>宽屏</PresentationFormat>
  <Paragraphs>23</Paragraphs>
  <Slides>8</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8</vt:i4>
      </vt:variant>
    </vt:vector>
  </HeadingPairs>
  <TitlesOfParts>
    <vt:vector size="12" baseType="lpstr">
      <vt:lpstr>等线</vt:lpstr>
      <vt:lpstr>等线 Light</vt:lpstr>
      <vt:lpstr>Arial</vt:lpstr>
      <vt:lpstr>Office 主题​​</vt:lpstr>
      <vt:lpstr>AI4S Project: Science-Bot</vt:lpstr>
      <vt:lpstr>How AI impact your skill formation?</vt:lpstr>
      <vt:lpstr>Our thought: More Interaction before design your proposal</vt:lpstr>
      <vt:lpstr>Research of Science-Bot</vt:lpstr>
      <vt:lpstr>Compare with other product：Science-Bot is more trustworthy</vt:lpstr>
      <vt:lpstr>TODO： 展示我们的交互界面并讲解用法</vt:lpstr>
      <vt:lpstr>Visit our GitHub and learn more</vt:lpstr>
      <vt:lpstr>Thanks for your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lenovo2026aab@outlook.com</dc:creator>
  <cp:lastModifiedBy>Lenovo2026AAB@outlook.com</cp:lastModifiedBy>
  <cp:revision>8</cp:revision>
  <dcterms:created xsi:type="dcterms:W3CDTF">2026-10-29T05:59:57Z</dcterms:created>
  <dcterms:modified xsi:type="dcterms:W3CDTF">2026-10-30T17:28:34Z</dcterms:modified>
</cp:coreProperties>
</file>